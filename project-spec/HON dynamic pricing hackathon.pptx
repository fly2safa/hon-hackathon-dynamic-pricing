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72" r:id="rId5"/>
    <p:sldId id="2147483609" r:id="rId6"/>
    <p:sldId id="2147483610" r:id="rId7"/>
    <p:sldId id="2147483604" r:id="rId8"/>
    <p:sldId id="2147483605" r:id="rId9"/>
    <p:sldId id="2147483612" r:id="rId10"/>
    <p:sldId id="2147483613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D22630"/>
    <a:srgbClr val="EE3124"/>
    <a:srgbClr val="F2F2F2"/>
    <a:srgbClr val="E0E0E0"/>
    <a:srgbClr val="DC202E"/>
    <a:srgbClr val="FFFFFF"/>
    <a:srgbClr val="C0C0C0"/>
    <a:srgbClr val="A0A0A0"/>
    <a:srgbClr val="70707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4671C-8655-4824-85BB-8B69224D8264}" v="2172" dt="2025-11-19T22:56:24.272"/>
    <p1510:client id="{30F76BDB-92A6-4F46-ABD5-CB2204D9C01D}" v="558" dt="2025-11-19T22:58:26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ckay, Shawn" userId="3c316d68-7be9-47c7-a39b-93911772c7cf" providerId="ADAL" clId="{488B4569-6D59-5E01-A69B-AF9049723395}"/>
    <pc:docChg chg="undo custSel addSld delSld modSld">
      <pc:chgData name="Mckay, Shawn" userId="3c316d68-7be9-47c7-a39b-93911772c7cf" providerId="ADAL" clId="{488B4569-6D59-5E01-A69B-AF9049723395}" dt="2025-11-19T22:58:26.075" v="557" actId="20577"/>
      <pc:docMkLst>
        <pc:docMk/>
      </pc:docMkLst>
      <pc:sldChg chg="addSp delSp mod">
        <pc:chgData name="Mckay, Shawn" userId="3c316d68-7be9-47c7-a39b-93911772c7cf" providerId="ADAL" clId="{488B4569-6D59-5E01-A69B-AF9049723395}" dt="2025-11-18T18:51:10.996" v="214" actId="478"/>
        <pc:sldMkLst>
          <pc:docMk/>
          <pc:sldMk cId="1658737302" sldId="2147483604"/>
        </pc:sldMkLst>
        <pc:spChg chg="add del">
          <ac:chgData name="Mckay, Shawn" userId="3c316d68-7be9-47c7-a39b-93911772c7cf" providerId="ADAL" clId="{488B4569-6D59-5E01-A69B-AF9049723395}" dt="2025-11-18T18:51:10.996" v="214" actId="478"/>
          <ac:spMkLst>
            <pc:docMk/>
            <pc:sldMk cId="1658737302" sldId="2147483604"/>
            <ac:spMk id="4" creationId="{FB8E072E-C708-087F-9967-2A329A59E443}"/>
          </ac:spMkLst>
        </pc:spChg>
      </pc:sldChg>
      <pc:sldChg chg="modSp mod">
        <pc:chgData name="Mckay, Shawn" userId="3c316d68-7be9-47c7-a39b-93911772c7cf" providerId="ADAL" clId="{488B4569-6D59-5E01-A69B-AF9049723395}" dt="2025-11-18T18:54:21.164" v="544" actId="20577"/>
        <pc:sldMkLst>
          <pc:docMk/>
          <pc:sldMk cId="4026335995" sldId="2147483605"/>
        </pc:sldMkLst>
        <pc:spChg chg="mod">
          <ac:chgData name="Mckay, Shawn" userId="3c316d68-7be9-47c7-a39b-93911772c7cf" providerId="ADAL" clId="{488B4569-6D59-5E01-A69B-AF9049723395}" dt="2025-11-18T18:54:21.164" v="544" actId="20577"/>
          <ac:spMkLst>
            <pc:docMk/>
            <pc:sldMk cId="4026335995" sldId="2147483605"/>
            <ac:spMk id="6" creationId="{A871CC42-5C01-3167-038B-C93D3C96A682}"/>
          </ac:spMkLst>
        </pc:spChg>
        <pc:graphicFrameChg chg="modGraphic">
          <ac:chgData name="Mckay, Shawn" userId="3c316d68-7be9-47c7-a39b-93911772c7cf" providerId="ADAL" clId="{488B4569-6D59-5E01-A69B-AF9049723395}" dt="2025-11-18T18:53:09.323" v="382" actId="20577"/>
          <ac:graphicFrameMkLst>
            <pc:docMk/>
            <pc:sldMk cId="4026335995" sldId="2147483605"/>
            <ac:graphicFrameMk id="13" creationId="{46E1139A-FE9E-4AE0-F486-FFF1E6EEF7DB}"/>
          </ac:graphicFrameMkLst>
        </pc:graphicFrameChg>
      </pc:sldChg>
      <pc:sldChg chg="del">
        <pc:chgData name="Mckay, Shawn" userId="3c316d68-7be9-47c7-a39b-93911772c7cf" providerId="ADAL" clId="{488B4569-6D59-5E01-A69B-AF9049723395}" dt="2025-11-19T03:56:20.051" v="549" actId="2696"/>
        <pc:sldMkLst>
          <pc:docMk/>
          <pc:sldMk cId="411717946" sldId="2147483606"/>
        </pc:sldMkLst>
      </pc:sldChg>
      <pc:sldChg chg="del">
        <pc:chgData name="Mckay, Shawn" userId="3c316d68-7be9-47c7-a39b-93911772c7cf" providerId="ADAL" clId="{488B4569-6D59-5E01-A69B-AF9049723395}" dt="2025-11-19T03:56:03.700" v="546" actId="2696"/>
        <pc:sldMkLst>
          <pc:docMk/>
          <pc:sldMk cId="2946397346" sldId="2147483607"/>
        </pc:sldMkLst>
      </pc:sldChg>
      <pc:sldChg chg="del">
        <pc:chgData name="Mckay, Shawn" userId="3c316d68-7be9-47c7-a39b-93911772c7cf" providerId="ADAL" clId="{488B4569-6D59-5E01-A69B-AF9049723395}" dt="2025-11-19T03:56:16.702" v="547" actId="2696"/>
        <pc:sldMkLst>
          <pc:docMk/>
          <pc:sldMk cId="3768882373" sldId="2147483608"/>
        </pc:sldMkLst>
      </pc:sldChg>
      <pc:sldChg chg="modSp mod">
        <pc:chgData name="Mckay, Shawn" userId="3c316d68-7be9-47c7-a39b-93911772c7cf" providerId="ADAL" clId="{488B4569-6D59-5E01-A69B-AF9049723395}" dt="2025-11-18T18:52:11.389" v="358" actId="20577"/>
        <pc:sldMkLst>
          <pc:docMk/>
          <pc:sldMk cId="2167235406" sldId="2147483610"/>
        </pc:sldMkLst>
        <pc:spChg chg="mod">
          <ac:chgData name="Mckay, Shawn" userId="3c316d68-7be9-47c7-a39b-93911772c7cf" providerId="ADAL" clId="{488B4569-6D59-5E01-A69B-AF9049723395}" dt="2025-11-18T18:52:11.389" v="358" actId="20577"/>
          <ac:spMkLst>
            <pc:docMk/>
            <pc:sldMk cId="2167235406" sldId="2147483610"/>
            <ac:spMk id="4" creationId="{23BD41B8-7EA7-DCBD-014B-F3595DD5D70F}"/>
          </ac:spMkLst>
        </pc:spChg>
        <pc:spChg chg="mod">
          <ac:chgData name="Mckay, Shawn" userId="3c316d68-7be9-47c7-a39b-93911772c7cf" providerId="ADAL" clId="{488B4569-6D59-5E01-A69B-AF9049723395}" dt="2025-11-18T18:51:19.717" v="226" actId="20577"/>
          <ac:spMkLst>
            <pc:docMk/>
            <pc:sldMk cId="2167235406" sldId="2147483610"/>
            <ac:spMk id="10" creationId="{C241B5F8-991F-3808-6C2A-9F8125C0C5F4}"/>
          </ac:spMkLst>
        </pc:spChg>
      </pc:sldChg>
      <pc:sldChg chg="add del">
        <pc:chgData name="Mckay, Shawn" userId="3c316d68-7be9-47c7-a39b-93911772c7cf" providerId="ADAL" clId="{488B4569-6D59-5E01-A69B-AF9049723395}" dt="2025-11-19T03:56:18.532" v="548" actId="2696"/>
        <pc:sldMkLst>
          <pc:docMk/>
          <pc:sldMk cId="564328708" sldId="2147483611"/>
        </pc:sldMkLst>
      </pc:sldChg>
      <pc:sldChg chg="del">
        <pc:chgData name="Mckay, Shawn" userId="3c316d68-7be9-47c7-a39b-93911772c7cf" providerId="ADAL" clId="{488B4569-6D59-5E01-A69B-AF9049723395}" dt="2025-11-18T18:29:19.249" v="0" actId="2696"/>
        <pc:sldMkLst>
          <pc:docMk/>
          <pc:sldMk cId="1937961304" sldId="2147483611"/>
        </pc:sldMkLst>
      </pc:sldChg>
      <pc:sldChg chg="add">
        <pc:chgData name="Mckay, Shawn" userId="3c316d68-7be9-47c7-a39b-93911772c7cf" providerId="ADAL" clId="{488B4569-6D59-5E01-A69B-AF9049723395}" dt="2025-11-19T03:56:00.764" v="545"/>
        <pc:sldMkLst>
          <pc:docMk/>
          <pc:sldMk cId="3337038228" sldId="2147483612"/>
        </pc:sldMkLst>
      </pc:sldChg>
      <pc:sldChg chg="modSp add mod">
        <pc:chgData name="Mckay, Shawn" userId="3c316d68-7be9-47c7-a39b-93911772c7cf" providerId="ADAL" clId="{488B4569-6D59-5E01-A69B-AF9049723395}" dt="2025-11-19T22:58:26.075" v="557" actId="20577"/>
        <pc:sldMkLst>
          <pc:docMk/>
          <pc:sldMk cId="1311682361" sldId="2147483613"/>
        </pc:sldMkLst>
        <pc:spChg chg="mod">
          <ac:chgData name="Mckay, Shawn" userId="3c316d68-7be9-47c7-a39b-93911772c7cf" providerId="ADAL" clId="{488B4569-6D59-5E01-A69B-AF9049723395}" dt="2025-11-19T22:58:26.075" v="557" actId="20577"/>
          <ac:spMkLst>
            <pc:docMk/>
            <pc:sldMk cId="1311682361" sldId="2147483613"/>
            <ac:spMk id="3" creationId="{2D1F69B6-A3BD-D254-3428-B26FCE60C3E9}"/>
          </ac:spMkLst>
        </pc:spChg>
      </pc:sldChg>
    </pc:docChg>
  </pc:docChgLst>
  <pc:docChgLst>
    <pc:chgData name="Gadgay, Vivek" userId="2b879b1b-a781-4e09-b879-3ef1f56b0a5a" providerId="ADAL" clId="{06D00134-766D-4F00-86C1-49EC0C0C2324}"/>
    <pc:docChg chg="undo custSel modSld">
      <pc:chgData name="Gadgay, Vivek" userId="2b879b1b-a781-4e09-b879-3ef1f56b0a5a" providerId="ADAL" clId="{06D00134-766D-4F00-86C1-49EC0C0C2324}" dt="2025-11-19T22:56:24.272" v="2170"/>
      <pc:docMkLst>
        <pc:docMk/>
      </pc:docMkLst>
      <pc:sldChg chg="modSp mod">
        <pc:chgData name="Gadgay, Vivek" userId="2b879b1b-a781-4e09-b879-3ef1f56b0a5a" providerId="ADAL" clId="{06D00134-766D-4F00-86C1-49EC0C0C2324}" dt="2025-11-18T00:17:33.609" v="1"/>
        <pc:sldMkLst>
          <pc:docMk/>
          <pc:sldMk cId="1695418637" sldId="272"/>
        </pc:sldMkLst>
        <pc:graphicFrameChg chg="mod modVis">
          <ac:chgData name="Gadgay, Vivek" userId="2b879b1b-a781-4e09-b879-3ef1f56b0a5a" providerId="ADAL" clId="{06D00134-766D-4F00-86C1-49EC0C0C2324}" dt="2025-11-18T00:17:33.609" v="1"/>
          <ac:graphicFrameMkLst>
            <pc:docMk/>
            <pc:sldMk cId="1695418637" sldId="272"/>
            <ac:graphicFrameMk id="5" creationId="{AE2506B1-B641-4318-A860-F5EAF5AC0B61}"/>
          </ac:graphicFrameMkLst>
        </pc:graphicFrameChg>
      </pc:sldChg>
      <pc:sldChg chg="addSp delSp modSp mod">
        <pc:chgData name="Gadgay, Vivek" userId="2b879b1b-a781-4e09-b879-3ef1f56b0a5a" providerId="ADAL" clId="{06D00134-766D-4F00-86C1-49EC0C0C2324}" dt="2025-11-19T22:56:24.272" v="2170"/>
        <pc:sldMkLst>
          <pc:docMk/>
          <pc:sldMk cId="2167235406" sldId="2147483610"/>
        </pc:sldMkLst>
        <pc:spChg chg="mod">
          <ac:chgData name="Gadgay, Vivek" userId="2b879b1b-a781-4e09-b879-3ef1f56b0a5a" providerId="ADAL" clId="{06D00134-766D-4F00-86C1-49EC0C0C2324}" dt="2025-11-19T22:56:24.208" v="2145" actId="948"/>
          <ac:spMkLst>
            <pc:docMk/>
            <pc:sldMk cId="2167235406" sldId="2147483610"/>
            <ac:spMk id="2" creationId="{FB70A731-73BC-C707-3155-CD9489BFC6EF}"/>
          </ac:spMkLst>
        </pc:spChg>
        <pc:spChg chg="add del mod modVis">
          <ac:chgData name="Gadgay, Vivek" userId="2b879b1b-a781-4e09-b879-3ef1f56b0a5a" providerId="ADAL" clId="{06D00134-766D-4F00-86C1-49EC0C0C2324}" dt="2025-11-19T22:56:01.642" v="1978"/>
          <ac:spMkLst>
            <pc:docMk/>
            <pc:sldMk cId="2167235406" sldId="2147483610"/>
            <ac:spMk id="3" creationId="{3BAD837A-B263-6A12-0E96-703A96148CBC}"/>
          </ac:spMkLst>
        </pc:spChg>
        <pc:spChg chg="add del mod">
          <ac:chgData name="Gadgay, Vivek" userId="2b879b1b-a781-4e09-b879-3ef1f56b0a5a" providerId="ADAL" clId="{06D00134-766D-4F00-86C1-49EC0C0C2324}" dt="2025-11-18T18:04:27.382" v="13" actId="478"/>
          <ac:spMkLst>
            <pc:docMk/>
            <pc:sldMk cId="2167235406" sldId="2147483610"/>
            <ac:spMk id="3" creationId="{D51A0CF2-4354-649B-8904-4DCE8D79885B}"/>
          </ac:spMkLst>
        </pc:spChg>
        <pc:spChg chg="mod">
          <ac:chgData name="Gadgay, Vivek" userId="2b879b1b-a781-4e09-b879-3ef1f56b0a5a" providerId="ADAL" clId="{06D00134-766D-4F00-86C1-49EC0C0C2324}" dt="2025-11-19T22:29:21.662" v="1626" actId="1035"/>
          <ac:spMkLst>
            <pc:docMk/>
            <pc:sldMk cId="2167235406" sldId="2147483610"/>
            <ac:spMk id="4" creationId="{23BD41B8-7EA7-DCBD-014B-F3595DD5D70F}"/>
          </ac:spMkLst>
        </pc:spChg>
        <pc:spChg chg="add mod">
          <ac:chgData name="Gadgay, Vivek" userId="2b879b1b-a781-4e09-b879-3ef1f56b0a5a" providerId="ADAL" clId="{06D00134-766D-4F00-86C1-49EC0C0C2324}" dt="2025-11-19T22:31:46.767" v="1658" actId="20577"/>
          <ac:spMkLst>
            <pc:docMk/>
            <pc:sldMk cId="2167235406" sldId="2147483610"/>
            <ac:spMk id="7" creationId="{82F1ECCD-CF17-794F-2FD7-1F298C49C2B2}"/>
          </ac:spMkLst>
        </pc:spChg>
        <pc:spChg chg="add mod">
          <ac:chgData name="Gadgay, Vivek" userId="2b879b1b-a781-4e09-b879-3ef1f56b0a5a" providerId="ADAL" clId="{06D00134-766D-4F00-86C1-49EC0C0C2324}" dt="2025-11-19T22:44:33.577" v="1931" actId="20577"/>
          <ac:spMkLst>
            <pc:docMk/>
            <pc:sldMk cId="2167235406" sldId="2147483610"/>
            <ac:spMk id="8" creationId="{71B9100D-5CDF-CFA7-D53E-E6ACB3BDAEFA}"/>
          </ac:spMkLst>
        </pc:spChg>
        <pc:spChg chg="add mod">
          <ac:chgData name="Gadgay, Vivek" userId="2b879b1b-a781-4e09-b879-3ef1f56b0a5a" providerId="ADAL" clId="{06D00134-766D-4F00-86C1-49EC0C0C2324}" dt="2025-11-19T22:38:49.142" v="1795" actId="20577"/>
          <ac:spMkLst>
            <pc:docMk/>
            <pc:sldMk cId="2167235406" sldId="2147483610"/>
            <ac:spMk id="9" creationId="{775DB88D-743A-D22D-0330-9FF78E0E1009}"/>
          </ac:spMkLst>
        </pc:spChg>
        <pc:spChg chg="add mod">
          <ac:chgData name="Gadgay, Vivek" userId="2b879b1b-a781-4e09-b879-3ef1f56b0a5a" providerId="ADAL" clId="{06D00134-766D-4F00-86C1-49EC0C0C2324}" dt="2025-11-19T22:45:37.030" v="1945" actId="20577"/>
          <ac:spMkLst>
            <pc:docMk/>
            <pc:sldMk cId="2167235406" sldId="2147483610"/>
            <ac:spMk id="10" creationId="{C241B5F8-991F-3808-6C2A-9F8125C0C5F4}"/>
          </ac:spMkLst>
        </pc:spChg>
        <pc:spChg chg="add del mod modVis">
          <ac:chgData name="Gadgay, Vivek" userId="2b879b1b-a781-4e09-b879-3ef1f56b0a5a" providerId="ADAL" clId="{06D00134-766D-4F00-86C1-49EC0C0C2324}" dt="2025-11-19T22:56:06.860" v="2019"/>
          <ac:spMkLst>
            <pc:docMk/>
            <pc:sldMk cId="2167235406" sldId="2147483610"/>
            <ac:spMk id="11" creationId="{951BD99D-2F04-1482-2AB9-53DDC91FA379}"/>
          </ac:spMkLst>
        </pc:spChg>
        <pc:spChg chg="add del mod modVis">
          <ac:chgData name="Gadgay, Vivek" userId="2b879b1b-a781-4e09-b879-3ef1f56b0a5a" providerId="ADAL" clId="{06D00134-766D-4F00-86C1-49EC0C0C2324}" dt="2025-11-19T22:56:08.546" v="2051"/>
          <ac:spMkLst>
            <pc:docMk/>
            <pc:sldMk cId="2167235406" sldId="2147483610"/>
            <ac:spMk id="12" creationId="{86863B4D-0DC8-BF3D-D9B2-A3AB3EEACAC4}"/>
          </ac:spMkLst>
        </pc:spChg>
        <pc:spChg chg="add del mod modVis">
          <ac:chgData name="Gadgay, Vivek" userId="2b879b1b-a781-4e09-b879-3ef1f56b0a5a" providerId="ADAL" clId="{06D00134-766D-4F00-86C1-49EC0C0C2324}" dt="2025-11-19T22:56:09.100" v="2078"/>
          <ac:spMkLst>
            <pc:docMk/>
            <pc:sldMk cId="2167235406" sldId="2147483610"/>
            <ac:spMk id="13" creationId="{B9CC8A26-9443-0A5A-051D-A85C325A0AED}"/>
          </ac:spMkLst>
        </pc:spChg>
        <pc:spChg chg="add del mod modVis">
          <ac:chgData name="Gadgay, Vivek" userId="2b879b1b-a781-4e09-b879-3ef1f56b0a5a" providerId="ADAL" clId="{06D00134-766D-4F00-86C1-49EC0C0C2324}" dt="2025-11-19T22:56:15.755" v="2105"/>
          <ac:spMkLst>
            <pc:docMk/>
            <pc:sldMk cId="2167235406" sldId="2147483610"/>
            <ac:spMk id="14" creationId="{62218B57-015B-37DA-F55D-650D521D6CB6}"/>
          </ac:spMkLst>
        </pc:spChg>
        <pc:spChg chg="add del mod modVis">
          <ac:chgData name="Gadgay, Vivek" userId="2b879b1b-a781-4e09-b879-3ef1f56b0a5a" providerId="ADAL" clId="{06D00134-766D-4F00-86C1-49EC0C0C2324}" dt="2025-11-19T22:56:19.932" v="2132"/>
          <ac:spMkLst>
            <pc:docMk/>
            <pc:sldMk cId="2167235406" sldId="2147483610"/>
            <ac:spMk id="15" creationId="{82009C8E-0B76-30C8-C3F8-4BB33001A0CC}"/>
          </ac:spMkLst>
        </pc:spChg>
        <pc:spChg chg="add del mod modVis">
          <ac:chgData name="Gadgay, Vivek" userId="2b879b1b-a781-4e09-b879-3ef1f56b0a5a" providerId="ADAL" clId="{06D00134-766D-4F00-86C1-49EC0C0C2324}" dt="2025-11-19T22:56:24.272" v="2168"/>
          <ac:spMkLst>
            <pc:docMk/>
            <pc:sldMk cId="2167235406" sldId="2147483610"/>
            <ac:spMk id="16" creationId="{9441428B-6DC1-AFFF-0942-3F5B4E71E0C6}"/>
          </ac:spMkLst>
        </pc:spChg>
        <pc:graphicFrameChg chg="add mod ord modVis">
          <ac:chgData name="Gadgay, Vivek" userId="2b879b1b-a781-4e09-b879-3ef1f56b0a5a" providerId="ADAL" clId="{06D00134-766D-4F00-86C1-49EC0C0C2324}" dt="2025-11-19T22:56:24.272" v="2170"/>
          <ac:graphicFrameMkLst>
            <pc:docMk/>
            <pc:sldMk cId="2167235406" sldId="2147483610"/>
            <ac:graphicFrameMk id="6" creationId="{B20BC679-2FAC-4AAA-3A61-4A15710D840E}"/>
          </ac:graphicFrameMkLst>
        </pc:graphicFrameChg>
        <pc:picChg chg="add del mod ord">
          <ac:chgData name="Gadgay, Vivek" userId="2b879b1b-a781-4e09-b879-3ef1f56b0a5a" providerId="ADAL" clId="{06D00134-766D-4F00-86C1-49EC0C0C2324}" dt="2025-11-18T18:04:15.068" v="12" actId="34307"/>
          <ac:picMkLst>
            <pc:docMk/>
            <pc:sldMk cId="2167235406" sldId="2147483610"/>
            <ac:picMk id="6" creationId="{95738E4A-17F5-15B3-397E-0CE26459796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598721-3323-42CB-96FB-C6D7D9D20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FF977-0234-4542-94AE-376F45A8E7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6CFF9-B101-4D5A-AE5F-81BC4D91C17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DC7A7-567A-4A18-A303-6ED5E91C67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55533-4890-43A5-8A14-C9DE3F2561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57C73-0239-4725-8F06-3E607150B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5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AA0C4-695F-4136-A1C4-C28E233376CC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70284F-7E88-4545-9BB2-221688BE3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17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b="1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7145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00050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30238" indent="-17145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284F-7E88-4545-9BB2-221688BE3F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20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</a:t>
            </a:r>
            <a:r>
              <a:rPr lang="en-US" err="1"/>
              <a:t>www.kaggle.com</a:t>
            </a:r>
            <a:r>
              <a:rPr lang="en-US"/>
              <a:t>/code/litvinenko630/ride-dynamic-pricing/notebook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70284F-7E88-4545-9BB2-221688BE3F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1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+ Pic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820" y="3848100"/>
            <a:ext cx="5600700" cy="529919"/>
          </a:xfrm>
        </p:spPr>
        <p:txBody>
          <a:bodyPr tIns="0" bIns="182880" anchor="t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cap="all" baseline="0">
                <a:latin typeface="+mj-lt"/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1800" b="1" cap="all" baseline="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BBBFD44-5F5E-4C21-80A4-A59103C0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20" y="4727872"/>
            <a:ext cx="2743200" cy="36512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90000"/>
              </a:lnSpc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fld id="{31546B36-5F7F-47D8-974B-D517C0909C20}" type="datetime4">
              <a:rPr lang="en-US" smtClean="0"/>
              <a:t>November 20, 2025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9D7E3A5-96E7-4F6F-94B6-4E220A39B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820" y="1409700"/>
            <a:ext cx="7939020" cy="2019300"/>
          </a:xfrm>
        </p:spPr>
        <p:txBody>
          <a:bodyPr tIns="0" anchor="t"/>
          <a:lstStyle>
            <a:lvl1pPr algn="l">
              <a:lnSpc>
                <a:spcPct val="70000"/>
              </a:lnSpc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6DC1DD-1DCC-FCCC-3074-3E340885E9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32" y="6178496"/>
            <a:ext cx="1762335" cy="3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+ Pic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820" y="3848100"/>
            <a:ext cx="5600700" cy="529919"/>
          </a:xfrm>
        </p:spPr>
        <p:txBody>
          <a:bodyPr tIns="0" bIns="182880" anchor="t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cap="all" baseline="0">
                <a:latin typeface="+mj-lt"/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1800" b="1" cap="all" baseline="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BBBFD44-5F5E-4C21-80A4-A59103C0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20" y="4727872"/>
            <a:ext cx="2743200" cy="36512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90000"/>
              </a:lnSpc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fld id="{31546B36-5F7F-47D8-974B-D517C0909C20}" type="datetime4">
              <a:rPr lang="en-US" smtClean="0"/>
              <a:t>November 20, 2025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9D7E3A5-96E7-4F6F-94B6-4E220A39BC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820" y="1409700"/>
            <a:ext cx="7939020" cy="2019300"/>
          </a:xfrm>
        </p:spPr>
        <p:txBody>
          <a:bodyPr tIns="0" anchor="t"/>
          <a:lstStyle>
            <a:lvl1pPr algn="l">
              <a:lnSpc>
                <a:spcPct val="70000"/>
              </a:lnSpc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title, Arial BLACK, 44pt</a:t>
            </a:r>
            <a:br>
              <a:rPr lang="en-US"/>
            </a:br>
            <a:r>
              <a:rPr lang="en-US"/>
              <a:t>Lorem ipsum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E13F6C-E033-417B-82A7-B383D77AE3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32" y="6178496"/>
            <a:ext cx="1753669" cy="32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7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+ Pic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6E8ECFF-060D-49DB-A05A-F9FC0C72E5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32" y="6178496"/>
            <a:ext cx="1753669" cy="32797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AD014D1-D926-4D7C-9E76-64F4C6EECD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8820" y="1409700"/>
            <a:ext cx="7939020" cy="2019300"/>
          </a:xfrm>
        </p:spPr>
        <p:txBody>
          <a:bodyPr tIns="0" anchor="t"/>
          <a:lstStyle>
            <a:lvl1pPr algn="l">
              <a:lnSpc>
                <a:spcPct val="7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D22630"/>
                </a:solidFill>
              </a:rPr>
              <a:t>Presentation title,</a:t>
            </a:r>
            <a:br>
              <a:rPr lang="en-US">
                <a:solidFill>
                  <a:srgbClr val="D22630"/>
                </a:solidFill>
              </a:rPr>
            </a:br>
            <a:r>
              <a:rPr lang="en-US"/>
              <a:t>Arial </a:t>
            </a:r>
            <a:r>
              <a:rPr lang="en-US">
                <a:solidFill>
                  <a:schemeClr val="bg1"/>
                </a:solidFill>
              </a:rPr>
              <a:t>BLACK, 44pt</a:t>
            </a:r>
            <a:br>
              <a:rPr lang="en-US">
                <a:solidFill>
                  <a:schemeClr val="bg1"/>
                </a:solidFill>
              </a:rPr>
            </a:br>
            <a:r>
              <a:rPr lang="en-US">
                <a:solidFill>
                  <a:schemeClr val="bg1"/>
                </a:solidFill>
              </a:rPr>
              <a:t>Lorem ipsum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4AC279C-0578-4DF4-B6DE-E66A13B069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820" y="3848100"/>
            <a:ext cx="5600700" cy="529919"/>
          </a:xfrm>
        </p:spPr>
        <p:txBody>
          <a:bodyPr tIns="0" bIns="182880" anchor="t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70BA94-456D-414C-813C-ADBBF957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20" y="4727872"/>
            <a:ext cx="2743200" cy="36512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90000"/>
              </a:lnSpc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fld id="{F1547BC6-0705-4C6B-9EA0-E341024BE5D8}" type="datetime4">
              <a:rPr lang="en-US" smtClean="0"/>
              <a:t>November 20,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19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olo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F1AD5E1-596F-44FE-BB24-7F1520D02E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5125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F1AD5E1-596F-44FE-BB24-7F1520D02E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1591A3BB-35C0-46F1-913B-1F85EECFAB4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7D801B6-A973-4D6D-8431-BA0D1481B3C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732" y="6178496"/>
            <a:ext cx="1753669" cy="3279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DC058CE-8CAB-4596-B39C-B90A39448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820" y="1409700"/>
            <a:ext cx="7939020" cy="2019300"/>
          </a:xfrm>
        </p:spPr>
        <p:txBody>
          <a:bodyPr tIns="0" anchor="t"/>
          <a:lstStyle>
            <a:lvl1pPr algn="l">
              <a:lnSpc>
                <a:spcPct val="7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5DA0A5D-D6CB-4EB3-B69B-7057666313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820" y="3848100"/>
            <a:ext cx="5600700" cy="529919"/>
          </a:xfrm>
        </p:spPr>
        <p:txBody>
          <a:bodyPr tIns="0" bIns="182880" anchor="t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cap="all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84B63F6-0234-442C-BE03-DD8F428D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20" y="4727872"/>
            <a:ext cx="2743200" cy="365125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90000"/>
              </a:lnSpc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fld id="{DA021706-F1F1-44E2-86FB-5EA6B80654F9}" type="datetime4">
              <a:rPr lang="en-US" smtClean="0"/>
              <a:t>November 20,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45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5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65922E2-F175-43A5-BEF3-3E987A9397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6457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65922E2-F175-43A5-BEF3-3E987A9397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4EF15769-D396-4F8C-B263-C2330A1F8F6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FEED254-594A-4DEF-B14F-BB320B35E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D14B37AE-D376-4803-909C-43B768E77C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50164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CC3E13D1-E94F-4B4D-83D6-B5F06339C4E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0328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0A7BAA9-D280-435E-831E-F80E2AAA10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00656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8319823-0FB9-4E89-AEE4-CE31D96494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50492" y="-2"/>
            <a:ext cx="2395728" cy="3009902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820" y="3429001"/>
            <a:ext cx="11337880" cy="504112"/>
          </a:xfrm>
        </p:spPr>
        <p:txBody>
          <a:bodyPr wrap="square" tIns="0" anchor="t">
            <a:spAutoFit/>
          </a:bodyPr>
          <a:lstStyle>
            <a:lvl1pPr algn="l">
              <a:lnSpc>
                <a:spcPct val="70000"/>
              </a:lnSpc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8819" y="4681904"/>
            <a:ext cx="3367019" cy="683264"/>
          </a:xfrm>
        </p:spPr>
        <p:txBody>
          <a:bodyPr wrap="square" tIns="0" bIns="182880" anchor="t" anchorCtr="0">
            <a:sp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cap="all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9F04-7833-4562-B8D1-AC0341D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1731" y="5454432"/>
            <a:ext cx="3367019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90000"/>
              </a:lnSpc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fld id="{C090737D-1C55-4B2F-8C92-80940351C36B}" type="datetime4">
              <a:rPr lang="en-US" smtClean="0"/>
              <a:t>November 20, 2025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7BAEF5-018A-1A8D-1247-A581834FCAD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32" y="6178496"/>
            <a:ext cx="1762335" cy="3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1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024" userDrawn="1">
          <p15:clr>
            <a:srgbClr val="FBAE40"/>
          </p15:clr>
        </p15:guide>
        <p15:guide id="3" orient="horz" pos="1896" userDrawn="1">
          <p15:clr>
            <a:srgbClr val="FBAE40"/>
          </p15:clr>
        </p15:guide>
        <p15:guide id="4" orient="horz" pos="27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4CFFDD-05DC-402C-8089-120C9C2FE8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757" y="6369208"/>
            <a:ext cx="1143000" cy="213769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3F69A8E-D34D-41E5-A75A-1D77817E017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8820" y="3848101"/>
            <a:ext cx="5600700" cy="276999"/>
          </a:xfrm>
        </p:spPr>
        <p:txBody>
          <a:bodyPr tIns="0" anchor="t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A33503-2C63-4C7D-B5CD-6B48A1059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820" y="1409699"/>
            <a:ext cx="8348452" cy="978088"/>
          </a:xfrm>
        </p:spPr>
        <p:txBody>
          <a:bodyPr wrap="square" tIns="0" anchor="t">
            <a:spAutoFit/>
          </a:bodyPr>
          <a:lstStyle>
            <a:lvl1pPr>
              <a:lnSpc>
                <a:spcPct val="7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title, </a:t>
            </a:r>
            <a:br>
              <a:rPr lang="en-US"/>
            </a:br>
            <a:r>
              <a:rPr lang="en-US"/>
              <a:t>Arial BLACK, 44pt</a:t>
            </a:r>
          </a:p>
        </p:txBody>
      </p:sp>
    </p:spTree>
    <p:extLst>
      <p:ext uri="{BB962C8B-B14F-4D97-AF65-F5344CB8AC3E}">
        <p14:creationId xmlns:p14="http://schemas.microsoft.com/office/powerpoint/2010/main" val="70949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1C84CC1-84B5-4D26-AEDB-357857ECF4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104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1C84CC1-84B5-4D26-AEDB-357857ECF4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C1BFB45-C43D-4713-A656-53090907DA3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08" y="3848099"/>
            <a:ext cx="11700254" cy="504112"/>
          </a:xfrm>
        </p:spPr>
        <p:txBody>
          <a:bodyPr wrap="square" tIns="0" anchor="t">
            <a:spAutoFit/>
          </a:bodyPr>
          <a:lstStyle>
            <a:lvl1pPr>
              <a:lnSpc>
                <a:spcPct val="7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0076" y="5105400"/>
            <a:ext cx="5523366" cy="404663"/>
          </a:xfrm>
        </p:spPr>
        <p:txBody>
          <a:bodyPr wrap="square" tIns="182880" anchor="t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C5B92-BD5C-40B8-8837-AA1A4971E6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04D85-6B92-8F46-56DC-17E0F8233D2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32" y="6370517"/>
            <a:ext cx="1141609" cy="21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16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6" userDrawn="1">
          <p15:clr>
            <a:srgbClr val="FBAE40"/>
          </p15:clr>
        </p15:guide>
        <p15:guide id="2" pos="559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5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C5B92-BD5C-40B8-8837-AA1A4971E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80D7819A-630E-44DC-929F-933490774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48189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86C7584E-D951-44B3-B6A7-50BBD18EE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6378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83DF5146-688C-4FB5-8042-A8DDBF6B6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44567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B80078C-A569-4E2A-801C-5381A518F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92756" y="-2"/>
            <a:ext cx="2395728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43ABCC-87C0-8FAB-F809-89142992B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908" y="3848099"/>
            <a:ext cx="11700254" cy="978088"/>
          </a:xfrm>
        </p:spPr>
        <p:txBody>
          <a:bodyPr wrap="square" tIns="0" anchor="t">
            <a:spAutoFit/>
          </a:bodyPr>
          <a:lstStyle>
            <a:lvl1pPr>
              <a:lnSpc>
                <a:spcPct val="70000"/>
              </a:lnSpc>
              <a:defRPr sz="4400" b="0"/>
            </a:lvl1pPr>
          </a:lstStyle>
          <a:p>
            <a:r>
              <a:rPr lang="en-US"/>
              <a:t>Section title, </a:t>
            </a:r>
            <a:br>
              <a:rPr lang="en-US"/>
            </a:br>
            <a:r>
              <a:rPr lang="en-US"/>
              <a:t>Arial BLACK, 44pt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C28376-1508-D661-24C0-EAFA87552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20076" y="5105400"/>
            <a:ext cx="5523366" cy="404663"/>
          </a:xfrm>
        </p:spPr>
        <p:txBody>
          <a:bodyPr wrap="square" tIns="182880" anchor="t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FEA108-4D55-FA4F-4202-447CCCF71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32" y="6370517"/>
            <a:ext cx="1141609" cy="2124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6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Icon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20" y="3429001"/>
            <a:ext cx="8382000" cy="1447799"/>
          </a:xfrm>
        </p:spPr>
        <p:txBody>
          <a:bodyPr tIns="0" anchor="t"/>
          <a:lstStyle>
            <a:lvl1pPr>
              <a:lnSpc>
                <a:spcPct val="7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8820" y="4876800"/>
            <a:ext cx="8382000" cy="404663"/>
          </a:xfrm>
        </p:spPr>
        <p:txBody>
          <a:bodyPr tIns="182880" anchor="t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C95CF8-14AD-4DDA-8DE9-531DB3551A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757" y="6369208"/>
            <a:ext cx="1143000" cy="2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7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72" userDrawn="1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+ large Ic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20" y="1409699"/>
            <a:ext cx="8348452" cy="978088"/>
          </a:xfrm>
        </p:spPr>
        <p:txBody>
          <a:bodyPr wrap="square" tIns="0" anchor="t">
            <a:spAutoFit/>
          </a:bodyPr>
          <a:lstStyle>
            <a:lvl1pPr>
              <a:lnSpc>
                <a:spcPct val="7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58820" y="3848101"/>
            <a:ext cx="5600700" cy="219997"/>
          </a:xfrm>
        </p:spPr>
        <p:txBody>
          <a:bodyPr tIns="0" anchor="t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F82B62-65EB-07C8-78F9-44A33AFBA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32" y="6370517"/>
            <a:ext cx="1141609" cy="2124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72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D926425-8E0A-4F19-95F9-2CCCC40F83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9658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D926425-8E0A-4F19-95F9-2CCCC40F83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94E27FC-0EBE-49F1-BF4C-F70FB47B78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0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A7BEA89-1F2D-4361-A0A6-ED0DF3A4E07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19"/>
            <a:ext cx="5489645" cy="4800035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6EE8B6-D5D3-45A6-99A5-46B248DBEE4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315668" y="1273219"/>
            <a:ext cx="5489645" cy="4800035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</p:txBody>
      </p:sp>
    </p:spTree>
    <p:extLst>
      <p:ext uri="{BB962C8B-B14F-4D97-AF65-F5344CB8AC3E}">
        <p14:creationId xmlns:p14="http://schemas.microsoft.com/office/powerpoint/2010/main" val="2214756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D926425-8E0A-4F19-95F9-2CCCC40F83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358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D926425-8E0A-4F19-95F9-2CCCC40F83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94E27FC-0EBE-49F1-BF4C-F70FB47B782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0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A7BEA89-1F2D-4361-A0A6-ED0DF3A4E07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19"/>
            <a:ext cx="5489645" cy="4800035"/>
          </a:xfrm>
        </p:spPr>
        <p:txBody>
          <a:bodyPr wrap="square"/>
          <a:lstStyle>
            <a:lvl1pPr marL="457200" indent="-45720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AutoNum type="arabicPeriod"/>
              <a:defRPr sz="2400" b="1"/>
            </a:lvl1pPr>
            <a:lvl2pPr marL="0" indent="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720000" indent="-342900">
              <a:lnSpc>
                <a:spcPct val="8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8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8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      Second level, 22pt</a:t>
            </a:r>
          </a:p>
          <a:p>
            <a:pPr lvl="1"/>
            <a:endParaRPr lang="en-US"/>
          </a:p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      Second level, 22pt</a:t>
            </a:r>
          </a:p>
          <a:p>
            <a:pPr lvl="1"/>
            <a:endParaRPr lang="en-US"/>
          </a:p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      Second level, 22pt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6EE8B6-D5D3-45A6-99A5-46B248DBEE4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315668" y="1273219"/>
            <a:ext cx="5489645" cy="4800035"/>
          </a:xfrm>
        </p:spPr>
        <p:txBody>
          <a:bodyPr wrap="square"/>
          <a:lstStyle>
            <a:lvl1pPr marL="457200" indent="-45720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AutoNum type="arabicPeriod" startAt="4"/>
              <a:defRPr sz="2400"/>
            </a:lvl1pPr>
            <a:lvl2pPr marL="0" indent="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720000" indent="-342900">
              <a:lnSpc>
                <a:spcPct val="8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8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8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      Second level, 22pt</a:t>
            </a:r>
          </a:p>
          <a:p>
            <a:pPr lvl="1"/>
            <a:endParaRPr lang="en-US"/>
          </a:p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      Second level, 22pt</a:t>
            </a:r>
          </a:p>
          <a:p>
            <a:pPr lvl="1"/>
            <a:endParaRPr lang="en-US"/>
          </a:p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      Second level, 22pt</a:t>
            </a:r>
          </a:p>
        </p:txBody>
      </p:sp>
    </p:spTree>
    <p:extLst>
      <p:ext uri="{BB962C8B-B14F-4D97-AF65-F5344CB8AC3E}">
        <p14:creationId xmlns:p14="http://schemas.microsoft.com/office/powerpoint/2010/main" val="2306290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XL Content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1569492"/>
            <a:ext cx="11159889" cy="2988859"/>
          </a:xfrm>
        </p:spPr>
        <p:txBody>
          <a:bodyPr tIns="0" anchor="t"/>
          <a:lstStyle>
            <a:lvl1pPr>
              <a:lnSpc>
                <a:spcPct val="70000"/>
              </a:lnSpc>
              <a:defRPr sz="8800" b="0" spc="-3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3">
            <a:extLst>
              <a:ext uri="{FF2B5EF4-FFF2-40B4-BE49-F238E27FC236}">
                <a16:creationId xmlns:a16="http://schemas.microsoft.com/office/drawing/2014/main" id="{F681587E-4DF3-EDA9-D475-3F125132E1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22389" y="6464368"/>
            <a:ext cx="411843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7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© 2025 Honeywell International Inc. Neither this document nor the information contained herein may be reproduced, used, distributed or disclosed to others without the written consent of Honeywell</a:t>
            </a:r>
          </a:p>
        </p:txBody>
      </p:sp>
    </p:spTree>
    <p:extLst>
      <p:ext uri="{BB962C8B-B14F-4D97-AF65-F5344CB8AC3E}">
        <p14:creationId xmlns:p14="http://schemas.microsoft.com/office/powerpoint/2010/main" val="1712632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59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495299"/>
            <a:ext cx="5524500" cy="585090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400"/>
              </a:spcBef>
              <a:defRPr sz="3600"/>
            </a:lvl1pPr>
          </a:lstStyle>
          <a:p>
            <a:r>
              <a:rPr lang="en-US"/>
              <a:t>Large Statement </a:t>
            </a:r>
            <a:br>
              <a:rPr lang="en-US"/>
            </a:br>
            <a:r>
              <a:rPr lang="en-US"/>
              <a:t>or quote, 36pt. Lorem </a:t>
            </a:r>
            <a:r>
              <a:rPr lang="en-US" err="1"/>
              <a:t>eos</a:t>
            </a:r>
            <a:r>
              <a:rPr lang="en-US"/>
              <a:t>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dea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sea, </a:t>
            </a:r>
            <a:r>
              <a:rPr lang="en-US" err="1"/>
              <a:t>ei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mines </a:t>
            </a:r>
            <a:r>
              <a:rPr lang="en-US" err="1"/>
              <a:t>archum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. 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99F7BE-26E0-43EC-B648-2436C3A3F9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0"/>
            <a:ext cx="5867400" cy="6858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2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96" userDrawn="1">
          <p15:clr>
            <a:srgbClr val="FBAE40"/>
          </p15:clr>
        </p15:guide>
        <p15:guide id="2" pos="398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Cont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495300"/>
            <a:ext cx="5524500" cy="5878204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400"/>
              </a:spcBef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99F7BE-26E0-43EC-B648-2436C3A3F9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0"/>
            <a:ext cx="5867400" cy="6858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26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96">
          <p15:clr>
            <a:srgbClr val="FBAE40"/>
          </p15:clr>
        </p15:guide>
        <p15:guide id="2" pos="39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00FA05A-5C58-4939-B23A-CA85D5035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C0DF15-7E04-48F6-8858-CAC8F02DF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19"/>
            <a:ext cx="11446494" cy="4226829"/>
          </a:xfrm>
        </p:spPr>
        <p:txBody>
          <a:bodyPr wrap="square"/>
          <a:lstStyle>
            <a:lvl1pPr marL="0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9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>
              <a:lnSpc>
                <a:spcPct val="100000"/>
              </a:lnSpc>
              <a:spcBef>
                <a:spcPts val="400"/>
              </a:spcBef>
            </a:pPr>
            <a:r>
              <a:rPr lang="en-US">
                <a:solidFill>
                  <a:prstClr val="black"/>
                </a:solidFill>
              </a:rPr>
              <a:t>First level of text, Arial Bold 24pt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200" b="0"/>
              <a:t>Second level</a:t>
            </a:r>
            <a:r>
              <a:rPr lang="en-US" sz="2200" b="0">
                <a:solidFill>
                  <a:prstClr val="black"/>
                </a:solidFill>
              </a:rPr>
              <a:t> of text, Arial 22pt</a:t>
            </a:r>
            <a:endParaRPr lang="en-US" sz="2200" b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FBBA11C-1284-25E9-2202-DFF2EF48C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14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0F7696B-AED7-4649-B1BE-83104AF7ADD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0FA05A-5C58-4939-B23A-CA85D503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C0DF15-7E04-48F6-8858-CAC8F02DF0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19"/>
            <a:ext cx="11446494" cy="422682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</p:txBody>
      </p:sp>
    </p:spTree>
    <p:extLst>
      <p:ext uri="{BB962C8B-B14F-4D97-AF65-F5344CB8AC3E}">
        <p14:creationId xmlns:p14="http://schemas.microsoft.com/office/powerpoint/2010/main" val="1606951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536296D-A8A9-4486-BC21-BD1C0D821F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554457-FC40-423A-87B6-F5796CB161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20"/>
            <a:ext cx="5489645" cy="426777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79FC20-395E-44C6-B5D6-DD2C5821EBD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315668" y="1273220"/>
            <a:ext cx="5489645" cy="426777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09DA6B7-96F6-6714-980C-A366518DAF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04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 userDrawn="1">
          <p15:clr>
            <a:srgbClr val="FBAE40"/>
          </p15:clr>
        </p15:guide>
        <p15:guide id="3" pos="39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F9CDEF-0719-484F-8C20-787B9E5CF7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1273218"/>
            <a:ext cx="5372100" cy="4215793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7AF3F3-CE71-4538-AB47-415EDACA0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01D558C-A24B-463E-B5A5-4C97505723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20"/>
            <a:ext cx="5489645" cy="421579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7A77A03-89FA-DE61-C9BC-ED80C5ED68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833064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930328-96E9-4581-AB46-BC006A6DBD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818" y="1300516"/>
            <a:ext cx="5489645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8204F5-2A45-4B00-A392-2D31EC99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C636046D-D989-410E-84A4-C8061B4F9E5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15667" y="1300516"/>
            <a:ext cx="5489645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B8717B-9346-4DBC-A4BD-D13AD33DD3B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3825354"/>
            <a:ext cx="5489645" cy="1732130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9CAA11-4780-4E6B-BE94-8350B797410E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15668" y="3825354"/>
            <a:ext cx="5489645" cy="1732130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8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6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4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628086F-C662-1E45-D10A-801CF7C63D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84682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2448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52E914-DA92-4DFE-9C16-9F269B1910FB}"/>
              </a:ext>
            </a:extLst>
          </p:cNvPr>
          <p:cNvGrpSpPr/>
          <p:nvPr userDrawn="1"/>
        </p:nvGrpSpPr>
        <p:grpSpPr>
          <a:xfrm>
            <a:off x="4098325" y="1300517"/>
            <a:ext cx="4022712" cy="4344840"/>
            <a:chOff x="4125621" y="1410880"/>
            <a:chExt cx="4022712" cy="4462273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89AC965-3DBE-47AE-81C0-8C23B370263F}"/>
                </a:ext>
              </a:extLst>
            </p:cNvPr>
            <p:cNvCxnSpPr/>
            <p:nvPr userDrawn="1"/>
          </p:nvCxnSpPr>
          <p:spPr>
            <a:xfrm>
              <a:off x="4125621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5B345D-6ECD-4B25-B741-D306ED291B90}"/>
                </a:ext>
              </a:extLst>
            </p:cNvPr>
            <p:cNvCxnSpPr/>
            <p:nvPr userDrawn="1"/>
          </p:nvCxnSpPr>
          <p:spPr>
            <a:xfrm>
              <a:off x="8148333" y="1410881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B83457CB-727E-45A3-B890-9778304A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180D49F-06EA-4487-AC1B-059CD3F1AFA9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20" y="1300518"/>
            <a:ext cx="3429000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6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4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F058BF0-367F-4968-AB28-21A4AE0EA89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76313" y="1300518"/>
            <a:ext cx="3429000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AA6D1BC-3236-4D73-8C97-B3623F80F370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08831" y="1300518"/>
            <a:ext cx="3429000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277D0BA-9BCD-DB25-7E5F-D132338263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1728260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E1C42F-82A3-49D7-9B58-607C4E4D58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819" y="127322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22D68AC-932E-4B0C-90A5-71EE23ACE4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127322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1A7CD19-76F6-4CBE-B54D-93302EA79B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76313" y="127322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3C61E18-0824-4C4D-8B00-68F15385D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D89E2C4-410E-476D-BDDB-81D6D2D7EFB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58820" y="3821372"/>
            <a:ext cx="3429000" cy="1823983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20pt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DC08E07-3177-4C41-AACE-590B5933EBF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376313" y="3821372"/>
            <a:ext cx="3429000" cy="1823983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6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4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D37C3AF-7EB1-4CDE-B1C7-31C5078DBD7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408831" y="3821372"/>
            <a:ext cx="3429000" cy="1823983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F26ABA6-5DC6-296B-81A3-64A2AA19CBF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1406711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4793E8-8AA5-49D1-B431-8FD8310103FA}"/>
              </a:ext>
            </a:extLst>
          </p:cNvPr>
          <p:cNvGrpSpPr/>
          <p:nvPr userDrawn="1"/>
        </p:nvGrpSpPr>
        <p:grpSpPr>
          <a:xfrm>
            <a:off x="3086600" y="1215408"/>
            <a:ext cx="5991652" cy="4344686"/>
            <a:chOff x="3127545" y="1410880"/>
            <a:chExt cx="5991652" cy="446227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38375F-017C-4D3C-98B0-0B49D2AAE3BA}"/>
                </a:ext>
              </a:extLst>
            </p:cNvPr>
            <p:cNvCxnSpPr/>
            <p:nvPr userDrawn="1"/>
          </p:nvCxnSpPr>
          <p:spPr>
            <a:xfrm>
              <a:off x="3127545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B52EB66-0BC5-4D65-9873-7791F0C2A2E0}"/>
                </a:ext>
              </a:extLst>
            </p:cNvPr>
            <p:cNvCxnSpPr/>
            <p:nvPr userDrawn="1"/>
          </p:nvCxnSpPr>
          <p:spPr>
            <a:xfrm>
              <a:off x="6123371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A66CFF-0E1D-4769-AC5A-FFCF982704C6}"/>
                </a:ext>
              </a:extLst>
            </p:cNvPr>
            <p:cNvCxnSpPr/>
            <p:nvPr userDrawn="1"/>
          </p:nvCxnSpPr>
          <p:spPr>
            <a:xfrm>
              <a:off x="9119197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A188B354-73C1-4FC3-ADBC-D05E49D2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4D3318C-8F76-4206-9910-F5345399DF21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61280" y="1215408"/>
            <a:ext cx="2459736" cy="429767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8E8396A-76B1-47DC-BFB9-FF6240FCD93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43837" y="1215408"/>
            <a:ext cx="2459736" cy="429767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C147921-EE6F-4EE4-A0E9-54746F0C8D8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339423" y="1215408"/>
            <a:ext cx="2459736" cy="429767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ABA0516-E7C2-4F85-A344-898FBEA973B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58819" y="1215408"/>
            <a:ext cx="2466363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FB1A56D-FD9B-5DC6-E465-32AB455A8D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31740245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632F1BF-A417-46F5-A2B0-EE338C9464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819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664EC32-C8D7-4696-8955-D27860B1160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54638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7BC96BB2-8963-4074-99F2-2BEB65D70F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50457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3FAAAD28-DA69-4AAE-9FAD-9F27417572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6275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79369E0-2594-4856-BA19-045C97E0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A61C6E7-9607-4D49-B661-2C93B399B8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61280" y="3490408"/>
            <a:ext cx="2459736" cy="2019300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1846DA4-E85D-42EE-853C-A0D2538F57AB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343837" y="3490408"/>
            <a:ext cx="2459736" cy="2019300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CAE046B-568E-42A3-846A-47DCFF96CFCA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339423" y="3490408"/>
            <a:ext cx="2459736" cy="2019300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DB80BF-E090-4894-86C1-C5BA987C88D9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58819" y="3515410"/>
            <a:ext cx="2466363" cy="204145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2"/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1C2E6ED-F294-9B2C-99B8-06AE195F44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2880525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B2C3635-51CA-4376-B53E-0C667C3D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830FD6D-4731-4031-8ADE-25392EE31DB0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58819" y="3521120"/>
            <a:ext cx="5540424" cy="2124236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32F6F6-185D-45FD-B4CE-999D514CC47A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58819" y="1216968"/>
            <a:ext cx="5540424" cy="204145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731ABE7-9B42-4329-9965-68D7BE4FDC9F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64889" y="3521120"/>
            <a:ext cx="5540424" cy="2124236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99AC77C-78C0-4604-A3DB-1EA19C262256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64889" y="1216968"/>
            <a:ext cx="5540424" cy="204145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AC5AD50-E468-6C17-FF05-D1507408C4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189325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BA6384A-E178-4E5E-A7F8-EAD03721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3850744-A982-85D8-464C-26EABD919D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5781990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49D9-CB0B-4053-B4B8-18A9A6E3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6AC20B8-6281-CD20-EE13-49D3EED140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5985387"/>
            <a:ext cx="12192000" cy="374904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r>
              <a:rPr lang="en-US"/>
              <a:t>Key Takeaway,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ea</a:t>
            </a:r>
            <a:r>
              <a:rPr lang="en-US"/>
              <a:t> diam </a:t>
            </a:r>
            <a:r>
              <a:rPr lang="en-US" err="1"/>
              <a:t>vitu</a:t>
            </a:r>
            <a:r>
              <a:rPr lang="en-US"/>
              <a:t> </a:t>
            </a:r>
            <a:r>
              <a:rPr lang="en-US" err="1"/>
              <a:t>perata</a:t>
            </a:r>
            <a:r>
              <a:rPr lang="en-US"/>
              <a:t> sea.</a:t>
            </a:r>
          </a:p>
        </p:txBody>
      </p:sp>
    </p:spTree>
    <p:extLst>
      <p:ext uri="{BB962C8B-B14F-4D97-AF65-F5344CB8AC3E}">
        <p14:creationId xmlns:p14="http://schemas.microsoft.com/office/powerpoint/2010/main" val="19906484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119B59-858C-4500-B149-5374ADF3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8906F9A-9C1E-490B-94EE-B9A132365C6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19"/>
            <a:ext cx="11446494" cy="422682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</p:spTree>
    <p:extLst>
      <p:ext uri="{BB962C8B-B14F-4D97-AF65-F5344CB8AC3E}">
        <p14:creationId xmlns:p14="http://schemas.microsoft.com/office/powerpoint/2010/main" val="12356894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2055D6-B48C-46FA-A045-DB6BE9C2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C2E4644-AE39-48CE-A659-6F925FF92EB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20"/>
            <a:ext cx="5489645" cy="426777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AE9381A-ED2B-4399-8D72-4D8BE99E552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315668" y="1273220"/>
            <a:ext cx="5489645" cy="426777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</p:spTree>
    <p:extLst>
      <p:ext uri="{BB962C8B-B14F-4D97-AF65-F5344CB8AC3E}">
        <p14:creationId xmlns:p14="http://schemas.microsoft.com/office/powerpoint/2010/main" val="39086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ic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67C88C3-29C3-4638-9D18-19985AD9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6DE221B-DD3F-4CCF-B057-0E4063F3D3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1273218"/>
            <a:ext cx="5372100" cy="4215793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0B8729-D5AF-457C-8A0B-F43CC5F6962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20"/>
            <a:ext cx="5489645" cy="421579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</p:spTree>
    <p:extLst>
      <p:ext uri="{BB962C8B-B14F-4D97-AF65-F5344CB8AC3E}">
        <p14:creationId xmlns:p14="http://schemas.microsoft.com/office/powerpoint/2010/main" val="419734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90E6779-1215-4847-8188-57330BEA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838153A2-00B1-4C00-BFD7-12A5E0F94EB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818" y="1300516"/>
            <a:ext cx="5489645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4C9CD2A0-C282-40D5-84DC-2FAAF7E7435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15667" y="1300516"/>
            <a:ext cx="5489645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A33228C-46CB-471D-98B2-1A1AF4B8A14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3825354"/>
            <a:ext cx="5489645" cy="201124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6A5F9B4-DFAA-4E07-9C13-276D505B750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15668" y="3825354"/>
            <a:ext cx="5489645" cy="2011242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</p:spTree>
    <p:extLst>
      <p:ext uri="{BB962C8B-B14F-4D97-AF65-F5344CB8AC3E}">
        <p14:creationId xmlns:p14="http://schemas.microsoft.com/office/powerpoint/2010/main" val="1125447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244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102B6B0-9C58-48D4-B12C-9ED8676D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F7A157-11E0-4942-BE9B-6C23FFF7E99B}"/>
              </a:ext>
            </a:extLst>
          </p:cNvPr>
          <p:cNvGrpSpPr/>
          <p:nvPr userDrawn="1"/>
        </p:nvGrpSpPr>
        <p:grpSpPr>
          <a:xfrm>
            <a:off x="4098325" y="1300517"/>
            <a:ext cx="4022712" cy="4344840"/>
            <a:chOff x="4125621" y="1410880"/>
            <a:chExt cx="4022712" cy="446227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F9BD489-107B-4209-86D3-A53593D14366}"/>
                </a:ext>
              </a:extLst>
            </p:cNvPr>
            <p:cNvCxnSpPr/>
            <p:nvPr userDrawn="1"/>
          </p:nvCxnSpPr>
          <p:spPr>
            <a:xfrm>
              <a:off x="4125621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1B1D34A-199F-4664-B846-5EEDBDEBE004}"/>
                </a:ext>
              </a:extLst>
            </p:cNvPr>
            <p:cNvCxnSpPr/>
            <p:nvPr userDrawn="1"/>
          </p:nvCxnSpPr>
          <p:spPr>
            <a:xfrm>
              <a:off x="8148333" y="1410881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97992B38-768E-4CF3-B819-4952C70E2D8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20" y="1300518"/>
            <a:ext cx="3429000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F46BAC4-511C-4521-85A7-F6BE600BE03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76313" y="1300518"/>
            <a:ext cx="3429000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E863A8E-8FD5-472B-9D19-AFE65B5C66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08831" y="1300518"/>
            <a:ext cx="3429000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</p:spTree>
    <p:extLst>
      <p:ext uri="{BB962C8B-B14F-4D97-AF65-F5344CB8AC3E}">
        <p14:creationId xmlns:p14="http://schemas.microsoft.com/office/powerpoint/2010/main" val="4036056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F918C0-6EF6-4029-BAA3-0797ADF27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BFF2A0F5-8AAF-4D59-BE06-0CD4394FBBE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819" y="127322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8F9FD8CE-ABB0-4A28-AF53-3BDD466E91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00" y="127322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3F7006CF-B885-4A96-AB02-317E27A4B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76313" y="127322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AA1C765-1255-4571-B7B6-2A20A7CFE91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58820" y="3821372"/>
            <a:ext cx="3429000" cy="2433513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CF0287F-1FFD-4705-9167-5E5A8A2628D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376313" y="3821372"/>
            <a:ext cx="3429000" cy="2433513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C8C41A0-3BBF-466C-8BC4-E8E875D7B706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408831" y="3821372"/>
            <a:ext cx="3429000" cy="2433513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</p:spTree>
    <p:extLst>
      <p:ext uri="{BB962C8B-B14F-4D97-AF65-F5344CB8AC3E}">
        <p14:creationId xmlns:p14="http://schemas.microsoft.com/office/powerpoint/2010/main" val="2269828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4F01B85-905E-431F-9B6C-E53ACC7E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0FC763-C822-4C0F-9D45-743EF1306BC0}"/>
              </a:ext>
            </a:extLst>
          </p:cNvPr>
          <p:cNvGrpSpPr/>
          <p:nvPr userDrawn="1"/>
        </p:nvGrpSpPr>
        <p:grpSpPr>
          <a:xfrm>
            <a:off x="3086600" y="1274400"/>
            <a:ext cx="5991652" cy="4344686"/>
            <a:chOff x="3127545" y="1410880"/>
            <a:chExt cx="5991652" cy="44622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B17D62E-4C64-4317-914D-235DAFB7D652}"/>
                </a:ext>
              </a:extLst>
            </p:cNvPr>
            <p:cNvCxnSpPr/>
            <p:nvPr userDrawn="1"/>
          </p:nvCxnSpPr>
          <p:spPr>
            <a:xfrm>
              <a:off x="3127545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1911BF6-28F2-49B3-93B3-AD8AA33D122E}"/>
                </a:ext>
              </a:extLst>
            </p:cNvPr>
            <p:cNvCxnSpPr/>
            <p:nvPr userDrawn="1"/>
          </p:nvCxnSpPr>
          <p:spPr>
            <a:xfrm>
              <a:off x="6123371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54591C0-D27B-4F00-850E-225564475DA2}"/>
                </a:ext>
              </a:extLst>
            </p:cNvPr>
            <p:cNvCxnSpPr/>
            <p:nvPr userDrawn="1"/>
          </p:nvCxnSpPr>
          <p:spPr>
            <a:xfrm>
              <a:off x="9119197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4C38C89-1D46-4767-87F6-91CA58DB336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61280" y="1300517"/>
            <a:ext cx="2459736" cy="429767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2BDCACE-3C95-42D1-8753-EF4AD1FD872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43837" y="1300517"/>
            <a:ext cx="2459736" cy="429767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AD2A484F-8707-475B-BB85-293A394E9A07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339423" y="1300517"/>
            <a:ext cx="2459736" cy="4297679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152000" indent="-182563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3C1FF02-99E3-4002-B080-6BA2E37A279B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58819" y="1300518"/>
            <a:ext cx="2466363" cy="434483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</p:spTree>
    <p:extLst>
      <p:ext uri="{BB962C8B-B14F-4D97-AF65-F5344CB8AC3E}">
        <p14:creationId xmlns:p14="http://schemas.microsoft.com/office/powerpoint/2010/main" val="3461788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7232A8A-59D2-4728-95ED-25BA5B08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4559CF6A-03F9-4899-AAEB-4C23603490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819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943B9727-2422-4D27-BD2E-387B9B97E9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54638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0B445A40-3B6B-4801-9931-73C4045AB6B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50457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B65BF604-2DF7-4A96-99DA-CFCE2AC4D2A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6275" y="127322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3D31CDA-4B20-43D4-8137-72CDF282794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61280" y="3578895"/>
            <a:ext cx="2459736" cy="2685717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152000" indent="-182563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3D50FD9-0809-4324-AD13-8E7319870F2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343837" y="3578895"/>
            <a:ext cx="2459736" cy="2685717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152000" indent="-182563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3C2ADDFC-7416-4972-8566-F7BC3EEC9D95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339423" y="3578895"/>
            <a:ext cx="2459736" cy="2685717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972000" indent="-2286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152000" indent="-182563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2FE255BB-53D4-49BC-AA85-394EDD303A4B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58819" y="3603898"/>
            <a:ext cx="2466363" cy="271518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</p:txBody>
      </p:sp>
    </p:spTree>
    <p:extLst>
      <p:ext uri="{BB962C8B-B14F-4D97-AF65-F5344CB8AC3E}">
        <p14:creationId xmlns:p14="http://schemas.microsoft.com/office/powerpoint/2010/main" val="31047161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2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5D5774-E4EF-4314-B850-28525689D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ADAE413-4372-4F99-8E8E-349A6FA0F109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58819" y="3521120"/>
            <a:ext cx="5540424" cy="2124236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20F03C0-523B-4555-B9F9-77291F8C0289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58819" y="1216968"/>
            <a:ext cx="5540424" cy="204145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4DF3AC6-0BD0-4AC9-B759-C569D71A7D58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64889" y="3521120"/>
            <a:ext cx="5540424" cy="2124236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8434D79-2BE5-4B12-A105-392BBB144D11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264889" y="1216968"/>
            <a:ext cx="5540424" cy="2041458"/>
          </a:xfrm>
        </p:spPr>
        <p:txBody>
          <a:bodyPr wrap="square"/>
          <a:lstStyle>
            <a:lvl1pPr marL="0" indent="0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+mj-lt"/>
              <a:buNone/>
              <a:defRPr sz="2000"/>
            </a:lvl1pPr>
            <a:lvl2pPr marL="0" indent="-342900">
              <a:lnSpc>
                <a:spcPct val="100000"/>
              </a:lnSpc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/>
            </a:lvl2pPr>
            <a:lvl3pPr marL="7200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‒"/>
              <a:defRPr sz="1600"/>
            </a:lvl3pPr>
            <a:lvl4pPr marL="1044000" indent="-342000">
              <a:lnSpc>
                <a:spcPct val="10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sz="1400"/>
            </a:lvl4pPr>
            <a:lvl5pPr marL="1368000" indent="-342000">
              <a:lnSpc>
                <a:spcPct val="100000"/>
              </a:lnSpc>
              <a:spcBef>
                <a:spcPts val="400"/>
              </a:spcBef>
              <a:buFont typeface="Courier New" panose="02070309020205020404" pitchFamily="49" charset="0"/>
              <a:buChar char="o"/>
              <a:defRPr sz="1200"/>
            </a:lvl5pPr>
          </a:lstStyle>
          <a:p>
            <a:pPr lvl="0"/>
            <a:r>
              <a:rPr lang="en-US"/>
              <a:t>Edit Master text styles, 20pt</a:t>
            </a:r>
          </a:p>
          <a:p>
            <a:pPr lvl="1"/>
            <a:r>
              <a:rPr lang="en-US"/>
              <a:t>Second level, 18pt</a:t>
            </a:r>
          </a:p>
          <a:p>
            <a:pPr lvl="2"/>
            <a:r>
              <a:rPr lang="en-US"/>
              <a:t>Third level, 16pt</a:t>
            </a:r>
          </a:p>
          <a:p>
            <a:pPr lvl="3"/>
            <a:r>
              <a:rPr lang="en-US"/>
              <a:t>Fourth level, 14pt</a:t>
            </a:r>
          </a:p>
          <a:p>
            <a:pPr lvl="4"/>
            <a:r>
              <a:rPr lang="en-US"/>
              <a:t>Fifth level, 12pt</a:t>
            </a:r>
          </a:p>
        </p:txBody>
      </p:sp>
    </p:spTree>
    <p:extLst>
      <p:ext uri="{BB962C8B-B14F-4D97-AF65-F5344CB8AC3E}">
        <p14:creationId xmlns:p14="http://schemas.microsoft.com/office/powerpoint/2010/main" val="529321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teen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8819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Tx/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349991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>
                <a:schemeClr val="tx1"/>
              </a:buCl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266E99-6D42-417C-A216-84A2B3B715ED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54595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>
                <a:schemeClr val="tx1"/>
              </a:buCl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54589B4-7F05-4C7A-A2EE-48FB0A13E0D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45577" y="1412104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>
                <a:schemeClr val="tx1"/>
              </a:buCl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7257D68F-E97D-4F92-A3D3-D1503CB5DE64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358819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7" name="Chart Placeholder 6">
            <a:extLst>
              <a:ext uri="{FF2B5EF4-FFF2-40B4-BE49-F238E27FC236}">
                <a16:creationId xmlns:a16="http://schemas.microsoft.com/office/drawing/2014/main" id="{3B3B5C6B-85C1-4026-8D2C-B5C2CE44A5D5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3355293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8" name="Chart Placeholder 6">
            <a:extLst>
              <a:ext uri="{FF2B5EF4-FFF2-40B4-BE49-F238E27FC236}">
                <a16:creationId xmlns:a16="http://schemas.microsoft.com/office/drawing/2014/main" id="{9950548D-185E-4E8F-ACC1-7147F8753B87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350689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19" name="Chart Placeholder 6">
            <a:extLst>
              <a:ext uri="{FF2B5EF4-FFF2-40B4-BE49-F238E27FC236}">
                <a16:creationId xmlns:a16="http://schemas.microsoft.com/office/drawing/2014/main" id="{E621986D-B207-419E-8DB3-B0A4BB23DA35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9346275" y="2634810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0" name="Chart Placeholder 6">
            <a:extLst>
              <a:ext uri="{FF2B5EF4-FFF2-40B4-BE49-F238E27FC236}">
                <a16:creationId xmlns:a16="http://schemas.microsoft.com/office/drawing/2014/main" id="{4F23C499-BF0D-4A23-948D-7CF2255178FF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358819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1" name="Chart Placeholder 6">
            <a:extLst>
              <a:ext uri="{FF2B5EF4-FFF2-40B4-BE49-F238E27FC236}">
                <a16:creationId xmlns:a16="http://schemas.microsoft.com/office/drawing/2014/main" id="{86A17512-7EDD-4F1A-A28C-60AEB3A2B060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3355293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2" name="Chart Placeholder 6">
            <a:extLst>
              <a:ext uri="{FF2B5EF4-FFF2-40B4-BE49-F238E27FC236}">
                <a16:creationId xmlns:a16="http://schemas.microsoft.com/office/drawing/2014/main" id="{565C587C-501C-4648-B14F-7472AC05189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350689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3" name="Chart Placeholder 6">
            <a:extLst>
              <a:ext uri="{FF2B5EF4-FFF2-40B4-BE49-F238E27FC236}">
                <a16:creationId xmlns:a16="http://schemas.microsoft.com/office/drawing/2014/main" id="{1EA84FC4-84EB-4A41-846C-1EEBF8A54C82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9346275" y="3857516"/>
            <a:ext cx="2459038" cy="786384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493A192-DB4B-4874-8D27-F87E6115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367CBA7-D0C0-4A1A-AACE-F6EE92617F49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358819" y="5136011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Tx/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DA7105-842F-443C-AC21-7D0283D75F0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349991" y="5136011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>
                <a:schemeClr val="tx1"/>
              </a:buCl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DB9C371-CE51-4E88-82DD-FB8BDB1A8B01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3354595" y="5136011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>
                <a:schemeClr val="tx1"/>
              </a:buCl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9B04CBCC-FEC4-4757-9B4C-F765175206F3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9345577" y="5136011"/>
            <a:ext cx="2459736" cy="786384"/>
          </a:xfrm>
        </p:spPr>
        <p:txBody>
          <a:bodyPr/>
          <a:lstStyle>
            <a:lvl1pPr>
              <a:defRPr sz="1400"/>
            </a:lvl1pPr>
            <a:lvl2pPr>
              <a:buClr>
                <a:schemeClr val="tx1"/>
              </a:buCl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25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493B15-8E3F-4010-B7AA-468E90C2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82982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49D9-CB0B-4053-B4B8-18A9A6E3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072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XL Content Gra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91EEC3B-5E82-A314-8971-402ABABF9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1732" y="6178496"/>
            <a:ext cx="1753669" cy="32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47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5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A7798-F3DB-43C4-B103-4253CC2C0E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274368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347" imgH="348" progId="TCLayout.ActiveDocument.1">
                  <p:embed/>
                </p:oleObj>
              </mc:Choice>
              <mc:Fallback>
                <p:oleObj name="think-cell Slide" r:id="rId44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A7798-F3DB-43C4-B103-4253CC2C0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9442B51-3222-4383-9C98-1E5D34F0910A}"/>
              </a:ext>
            </a:extLst>
          </p:cNvPr>
          <p:cNvSpPr/>
          <p:nvPr userDrawn="1">
            <p:custDataLst>
              <p:tags r:id="rId4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431E2-DC1C-4926-9681-B5EB493C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22624"/>
            <a:ext cx="11462413" cy="4191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B30FB-4B8F-4B77-AC4C-E2E31B214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57300"/>
            <a:ext cx="11462413" cy="4378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1868-C853-40C5-8660-D23F908B5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8368" y="6499828"/>
            <a:ext cx="496945" cy="23761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 b="0"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23">
            <a:extLst>
              <a:ext uri="{FF2B5EF4-FFF2-40B4-BE49-F238E27FC236}">
                <a16:creationId xmlns:a16="http://schemas.microsoft.com/office/drawing/2014/main" id="{38DD887E-96DC-4944-9F40-77BD91C30C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22389" y="6464368"/>
            <a:ext cx="411843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700">
                <a:solidFill>
                  <a:schemeClr val="accent3"/>
                </a:solidFill>
                <a:latin typeface="+mn-lt"/>
                <a:cs typeface="Arial" panose="020B0604020202020204" pitchFamily="34" charset="0"/>
              </a:rPr>
              <a:t>© 2025 Honeywell International Inc. Neither this document nor the information contained herein may be reproduced, used, distributed or disclosed to others without the written consent of Honeywell</a:t>
            </a:r>
          </a:p>
        </p:txBody>
      </p:sp>
    </p:spTree>
    <p:extLst>
      <p:ext uri="{BB962C8B-B14F-4D97-AF65-F5344CB8AC3E}">
        <p14:creationId xmlns:p14="http://schemas.microsoft.com/office/powerpoint/2010/main" val="196146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2" r:id="rId2"/>
    <p:sldLayoutId id="2147483709" r:id="rId3"/>
    <p:sldLayoutId id="2147483675" r:id="rId4"/>
    <p:sldLayoutId id="2147483679" r:id="rId5"/>
    <p:sldLayoutId id="2147483651" r:id="rId6"/>
    <p:sldLayoutId id="2147483666" r:id="rId7"/>
    <p:sldLayoutId id="2147483667" r:id="rId8"/>
    <p:sldLayoutId id="2147483673" r:id="rId9"/>
    <p:sldLayoutId id="2147483674" r:id="rId10"/>
    <p:sldLayoutId id="2147483678" r:id="rId11"/>
    <p:sldLayoutId id="2147483711" r:id="rId12"/>
    <p:sldLayoutId id="2147483665" r:id="rId13"/>
    <p:sldLayoutId id="2147483657" r:id="rId14"/>
    <p:sldLayoutId id="2147483670" r:id="rId15"/>
    <p:sldLayoutId id="2147483650" r:id="rId16"/>
    <p:sldLayoutId id="2147483713" r:id="rId17"/>
    <p:sldLayoutId id="2147483656" r:id="rId18"/>
    <p:sldLayoutId id="2147483664" r:id="rId19"/>
    <p:sldLayoutId id="2147483661" r:id="rId20"/>
    <p:sldLayoutId id="2147483658" r:id="rId21"/>
    <p:sldLayoutId id="2147483662" r:id="rId22"/>
    <p:sldLayoutId id="2147483659" r:id="rId23"/>
    <p:sldLayoutId id="2147483663" r:id="rId24"/>
    <p:sldLayoutId id="2147483660" r:id="rId25"/>
    <p:sldLayoutId id="2147483654" r:id="rId26"/>
    <p:sldLayoutId id="2147483655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10" r:id="rId40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kern="1200" cap="all" spc="-1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342000" algn="l" defTabSz="9144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42900" algn="l" defTabSz="9144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342000" algn="l" defTabSz="9144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68000" indent="-342000" algn="l" defTabSz="9144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tx1"/>
        </a:buClr>
        <a:buFont typeface="Courier New" panose="02070309020205020404" pitchFamily="49" charset="0"/>
        <a:buChar char="o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DE53C"/>
          </p15:clr>
        </p15:guide>
        <p15:guide id="2" pos="3840" userDrawn="1">
          <p15:clr>
            <a:srgbClr val="9FCC3B"/>
          </p15:clr>
        </p15:guide>
        <p15:guide id="3" orient="horz" pos="264" userDrawn="1">
          <p15:clr>
            <a:srgbClr val="9FCC3B"/>
          </p15:clr>
        </p15:guide>
        <p15:guide id="4" orient="horz" pos="4008" userDrawn="1">
          <p15:clr>
            <a:srgbClr val="FDE53C"/>
          </p15:clr>
        </p15:guide>
        <p15:guide id="6" pos="7440" userDrawn="1">
          <p15:clr>
            <a:srgbClr val="9FCC3B"/>
          </p15:clr>
        </p15:guide>
        <p15:guide id="7" orient="horz" pos="3696" userDrawn="1">
          <p15:clr>
            <a:srgbClr val="9FCC3B"/>
          </p15:clr>
        </p15:guide>
        <p15:guide id="9" orient="horz" pos="432" userDrawn="1">
          <p15:clr>
            <a:srgbClr val="9FCC3B"/>
          </p15:clr>
        </p15:guide>
        <p15:guide id="10" orient="horz" pos="792" userDrawn="1">
          <p15:clr>
            <a:srgbClr val="9FCC3B"/>
          </p15:clr>
        </p15:guide>
        <p15:guide id="11" orient="horz" pos="2304" userDrawn="1">
          <p15:clr>
            <a:srgbClr val="9FCC3B"/>
          </p15:clr>
        </p15:guide>
        <p15:guide id="12" userDrawn="1">
          <p15:clr>
            <a:srgbClr val="000000"/>
          </p15:clr>
        </p15:guide>
        <p15:guide id="13" pos="7680" userDrawn="1">
          <p15:clr>
            <a:srgbClr val="000000"/>
          </p15:clr>
        </p15:guide>
        <p15:guide id="14" orient="horz" userDrawn="1">
          <p15:clr>
            <a:srgbClr val="000000"/>
          </p15:clr>
        </p15:guide>
        <p15:guide id="15" orient="horz" pos="4320" userDrawn="1">
          <p15:clr>
            <a:srgbClr val="000000"/>
          </p15:clr>
        </p15:guide>
        <p15:guide id="16" pos="216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6.x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E2506B1-B641-4318-A860-F5EAF5AC0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55944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8" progId="TCLayout.ActiveDocument.1">
                  <p:embed/>
                </p:oleObj>
              </mc:Choice>
              <mc:Fallback>
                <p:oleObj name="think-cell Slide" r:id="rId5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E2506B1-B641-4318-A860-F5EAF5AC0B61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8C59A88-40BC-498F-A496-230917BC7A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20" y="1409700"/>
            <a:ext cx="9577814" cy="2019300"/>
          </a:xfrm>
        </p:spPr>
        <p:txBody>
          <a:bodyPr/>
          <a:lstStyle/>
          <a:p>
            <a:r>
              <a:rPr lang="en-US">
                <a:solidFill>
                  <a:srgbClr val="D22630"/>
                </a:solidFill>
              </a:rPr>
              <a:t>Honeywell</a:t>
            </a:r>
            <a:r>
              <a:rPr lang="en-US">
                <a:solidFill>
                  <a:schemeClr val="accent1"/>
                </a:solidFill>
              </a:rPr>
              <a:t> </a:t>
            </a:r>
            <a:br>
              <a:rPr lang="en-US"/>
            </a:br>
            <a:r>
              <a:rPr lang="en-US"/>
              <a:t>Dynamic Pricing Hackathon</a:t>
            </a:r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52254C9-9C11-41B9-A61B-6382FF93B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440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3E8287E-A09E-468A-9AE9-DBF4EE6DB6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532" y="3848100"/>
            <a:ext cx="5600700" cy="529919"/>
          </a:xfrm>
        </p:spPr>
        <p:txBody>
          <a:bodyPr/>
          <a:lstStyle/>
          <a:p>
            <a:r>
              <a:rPr lang="en-PH"/>
              <a:t>PRESENTER’S NAME</a:t>
            </a:r>
            <a:br>
              <a:rPr lang="en-PH"/>
            </a:br>
            <a:r>
              <a:rPr lang="en-PH" b="1">
                <a:latin typeface="+mn-lt"/>
              </a:rPr>
              <a:t>PRESENTER’S TITLE</a:t>
            </a:r>
          </a:p>
        </p:txBody>
      </p:sp>
      <p:sp>
        <p:nvSpPr>
          <p:cNvPr id="6" name="Date Placeholder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532" y="4727872"/>
            <a:ext cx="2743200" cy="365125"/>
          </a:xfrm>
          <a:prstGeom prst="rect">
            <a:avLst/>
          </a:prstGeom>
        </p:spPr>
        <p:txBody>
          <a:bodyPr/>
          <a:lstStyle/>
          <a:p>
            <a:fld id="{6E9E0F49-E339-4A0F-96CE-2C85F425F22F}" type="datetime4">
              <a:rPr lang="en-US" smtClean="0"/>
              <a:t>November 20,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0C711-D67D-A8B8-3774-B0B05F390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E4EC-FC54-E536-75E3-4CABA41AC609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Introduction to the complexities of HON catalog pricing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Hackathon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748BB-D56E-360B-6196-AB0BFB65A9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3E9E9-A146-532F-2660-FF797488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1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20BC679-2FAC-4AAA-3A61-4A15710D840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3781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2" imgH="476" progId="TCLayout.ActiveDocument.1">
                  <p:embed/>
                </p:oleObj>
              </mc:Choice>
              <mc:Fallback>
                <p:oleObj name="think-cell Slide" r:id="rId3" imgW="472" imgH="47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0BC679-2FAC-4AAA-3A61-4A15710D84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B70A731-73BC-C707-3155-CD9489BF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335619"/>
            <a:ext cx="11834065" cy="403572"/>
          </a:xfrm>
        </p:spPr>
        <p:txBody>
          <a:bodyPr vert="horz"/>
          <a:lstStyle/>
          <a:p>
            <a:r>
              <a:rPr lang="en-US"/>
              <a:t>Introduction to HON catalog Pricing challenge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D41B8-7EA7-DCBD-014B-F3595DD5D7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6072666"/>
            <a:ext cx="12192000" cy="475498"/>
          </a:xfrm>
        </p:spPr>
        <p:txBody>
          <a:bodyPr/>
          <a:lstStyle/>
          <a:p>
            <a:r>
              <a:rPr lang="en-US"/>
              <a:t>Objective of hackathon is to create innovative solutions that will address HON dynamic pricing needs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13E7-39B6-D573-ED8A-CE0097AE3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F1ECCD-CF17-794F-2FD7-1F298C49C2B2}"/>
              </a:ext>
            </a:extLst>
          </p:cNvPr>
          <p:cNvSpPr/>
          <p:nvPr/>
        </p:nvSpPr>
        <p:spPr>
          <a:xfrm>
            <a:off x="321325" y="966488"/>
            <a:ext cx="3752851" cy="3423357"/>
          </a:xfrm>
          <a:prstGeom prst="rect">
            <a:avLst/>
          </a:prstGeom>
          <a:solidFill>
            <a:srgbClr val="99CCFF">
              <a:alpha val="25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>
                <a:solidFill>
                  <a:srgbClr val="C00000"/>
                </a:solidFill>
              </a:rPr>
              <a:t>Customer | Channel</a:t>
            </a:r>
            <a:endParaRPr lang="en-US" sz="1400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Commercial Airline 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Business &amp; General Aviation (BGA)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Authorized Channel Partners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Maintenance &amp; Repair Operations (MRO)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Defense &amp; Space - International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Defense &amp; Space - US Gov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B9100D-5CDF-CFA7-D53E-E6ACB3BDAEFA}"/>
              </a:ext>
            </a:extLst>
          </p:cNvPr>
          <p:cNvSpPr/>
          <p:nvPr/>
        </p:nvSpPr>
        <p:spPr>
          <a:xfrm>
            <a:off x="4443802" y="947438"/>
            <a:ext cx="3600450" cy="3423357"/>
          </a:xfrm>
          <a:prstGeom prst="rect">
            <a:avLst/>
          </a:prstGeom>
          <a:solidFill>
            <a:srgbClr val="99CCFF">
              <a:alpha val="25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>
                <a:solidFill>
                  <a:srgbClr val="C00000"/>
                </a:solidFill>
              </a:rPr>
              <a:t>Offerings</a:t>
            </a:r>
            <a:endParaRPr lang="en-US" sz="1400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Aftermarket Spare parts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Avionics, Navigation, Sensors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Engines, Power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Engine &amp; Motion control, Air &amp; Thermal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Spares Exchange (SPEX)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Repair &amp; Overhaul (R&amp;O)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Repair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Overhaul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Scrap</a:t>
            </a: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Used Serviceable Market (USM)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5DB88D-743A-D22D-0330-9FF78E0E1009}"/>
              </a:ext>
            </a:extLst>
          </p:cNvPr>
          <p:cNvSpPr/>
          <p:nvPr/>
        </p:nvSpPr>
        <p:spPr>
          <a:xfrm>
            <a:off x="8403766" y="966489"/>
            <a:ext cx="3514725" cy="3423357"/>
          </a:xfrm>
          <a:prstGeom prst="rect">
            <a:avLst/>
          </a:prstGeom>
          <a:solidFill>
            <a:srgbClr val="99CCFF">
              <a:alpha val="25000"/>
            </a:srgb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>
                <a:solidFill>
                  <a:srgbClr val="C00000"/>
                </a:solidFill>
              </a:rPr>
              <a:t>Catalog Pricing Model</a:t>
            </a:r>
            <a:endParaRPr lang="en-US" sz="1400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algn="ctr"/>
            <a:r>
              <a:rPr lang="en-US" sz="1400" b="1" i="1">
                <a:solidFill>
                  <a:srgbClr val="FF0000"/>
                </a:solidFill>
              </a:rPr>
              <a:t>List Price ($) – Standard Discount (%)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New Spares – Unconstrained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New Spares – Constrained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R&amp;O Universal Flat Rate (UFR)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R&amp;O Spares Exchange (SPEX)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chemeClr val="tx1"/>
                </a:solidFill>
              </a:rPr>
              <a:t>R&amp;O US Gov UFR – FAR compliant</a:t>
            </a:r>
          </a:p>
          <a:p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41B5F8-991F-3808-6C2A-9F8125C0C5F4}"/>
              </a:ext>
            </a:extLst>
          </p:cNvPr>
          <p:cNvSpPr/>
          <p:nvPr/>
        </p:nvSpPr>
        <p:spPr>
          <a:xfrm>
            <a:off x="321324" y="4565079"/>
            <a:ext cx="11597167" cy="1391215"/>
          </a:xfrm>
          <a:prstGeom prst="rect">
            <a:avLst/>
          </a:prstGeom>
          <a:solidFill>
            <a:schemeClr val="bg1">
              <a:lumMod val="85000"/>
              <a:alpha val="2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>
                <a:solidFill>
                  <a:srgbClr val="C00000"/>
                </a:solidFill>
              </a:rPr>
              <a:t>Dynamic Catalog - Price Optimization Challenge</a:t>
            </a:r>
            <a:endParaRPr lang="en-US" sz="1400" b="1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>
                <a:solidFill>
                  <a:schemeClr val="tx1"/>
                </a:solidFill>
              </a:rPr>
              <a:t>How do we ensure Catalog Prices are aligned to Market (considering external and internal factors like New Spare vs. USM)?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>
                <a:solidFill>
                  <a:schemeClr val="tx1"/>
                </a:solidFill>
              </a:rPr>
              <a:t>How do we ensure Catalog Price hierarchy/integrity is maintained (New Spare &gt; UFR &gt; Contracted Repair)?</a:t>
            </a:r>
          </a:p>
          <a:p>
            <a:pPr marL="285750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>
                <a:solidFill>
                  <a:schemeClr val="tx1"/>
                </a:solidFill>
              </a:rPr>
              <a:t>How do we know we have truly optimized our prices to drive profitable growth?</a:t>
            </a:r>
            <a:endParaRPr 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23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7E9C6-D633-6EDF-76B4-3D21625C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ADECF7-4E3F-6F24-0F62-4935CE71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4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E072E-C708-087F-9967-2A329A59E4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671811-4A9E-89A4-4ECD-958E08A228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Situation: Revenue is down at your ride share company.  The CEO has challenged the IT team to develop a dynamic pricing solution to maximize profits.  Your competitors have the same type of data as your company which does not give you a competitive advantage.  You are challenged to adopt new </a:t>
            </a:r>
            <a:r>
              <a:rPr lang="en-US" err="1"/>
              <a:t>agenticAI</a:t>
            </a:r>
            <a:r>
              <a:rPr lang="en-US"/>
              <a:t> technology to provide a competitive advantage in your dynamic pricing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573088" indent="-342900">
              <a:buFont typeface="Arial" panose="020B0604020202020204" pitchFamily="34" charset="0"/>
              <a:buChar char="•"/>
            </a:pPr>
            <a:r>
              <a:rPr lang="en-US"/>
              <a:t>This situation has similarities to catalog demand pricing at HON with supply/demand, customer tier, and service level attributes</a:t>
            </a:r>
          </a:p>
          <a:p>
            <a:pPr lvl="1" indent="0">
              <a:buNone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3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DFD6-0485-6F2E-4CFD-39CA8F0C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71CC42-5C01-3167-038B-C93D3C96A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Be creative on how data related to Honeywell – think of additional data you can bring 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6BEC1-07D0-4EF8-8F47-A93C21692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E1139A-FE9E-4AE0-F486-FFF1E6EEF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57572"/>
              </p:ext>
            </p:extLst>
          </p:nvPr>
        </p:nvGraphicFramePr>
        <p:xfrm>
          <a:off x="246505" y="1056010"/>
          <a:ext cx="11698987" cy="4703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9002">
                  <a:extLst>
                    <a:ext uri="{9D8B030D-6E8A-4147-A177-3AD203B41FA5}">
                      <a16:colId xmlns:a16="http://schemas.microsoft.com/office/drawing/2014/main" val="3079686446"/>
                    </a:ext>
                  </a:extLst>
                </a:gridCol>
                <a:gridCol w="9119985">
                  <a:extLst>
                    <a:ext uri="{9D8B030D-6E8A-4147-A177-3AD203B41FA5}">
                      <a16:colId xmlns:a16="http://schemas.microsoft.com/office/drawing/2014/main" val="416155643"/>
                    </a:ext>
                  </a:extLst>
                </a:gridCol>
              </a:tblGrid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Data 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HON dynamic pricing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999005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# of riders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Demand for  HON catalog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126"/>
                  </a:ext>
                </a:extLst>
              </a:tr>
              <a:tr h="479181">
                <a:tc>
                  <a:txBody>
                    <a:bodyPr/>
                    <a:lstStyle/>
                    <a:p>
                      <a:r>
                        <a:rPr lang="en-US"/>
                        <a:t># of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HON supply (Aero is a supply constraint industry)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377643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Location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Geographic regions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075357"/>
                  </a:ext>
                </a:extLst>
              </a:tr>
              <a:tr h="479181">
                <a:tc>
                  <a:txBody>
                    <a:bodyPr/>
                    <a:lstStyle/>
                    <a:p>
                      <a:r>
                        <a:rPr lang="en-US"/>
                        <a:t>Customer Loyalty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HON has different tiers of customers based on the business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714917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Number of past 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 buying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04193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Average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158636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Time of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077678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Expected ride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Base value of HON catalog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73222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Vehicle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Quality of HON item (new, overhaul, repair) and pricing constraints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262361"/>
                  </a:ext>
                </a:extLst>
              </a:tr>
              <a:tr h="398304">
                <a:tc>
                  <a:txBody>
                    <a:bodyPr/>
                    <a:lstStyle/>
                    <a:p>
                      <a:r>
                        <a:rPr lang="en-US"/>
                        <a:t>Historical cost of 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Previous HON catalog prices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778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335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3105-129E-5BF4-0F2D-D812A1DB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Judging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7D588-81C9-DD58-EADC-D3DB3D69C576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/>
              <a:t>Creativity – 40%</a:t>
            </a:r>
            <a:endParaRPr lang="en-US" b="0" dirty="0">
              <a:cs typeface="Arial"/>
            </a:endParaRPr>
          </a:p>
          <a:p>
            <a:pPr marL="1062355" lvl="2">
              <a:buClr>
                <a:srgbClr val="000000"/>
              </a:buClr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How novel was your agent's reasoning, and how well did it synthesize data points?</a:t>
            </a:r>
          </a:p>
          <a:p>
            <a:pPr marL="1062355" lvl="2">
              <a:buClr>
                <a:srgbClr val="000000"/>
              </a:buClr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Did you find and integrate unique live data sources that provided real business value?</a:t>
            </a:r>
            <a:endParaRPr lang="en-US" dirty="0"/>
          </a:p>
          <a:p>
            <a:pPr marL="1062355" lvl="2" indent="-342900">
              <a:buClr>
                <a:srgbClr val="000000"/>
              </a:buClr>
              <a:buFont typeface="Arial,Sans-Serif" panose="020B0604020202020204" pitchFamily="34" charset="0"/>
              <a:buChar char="•"/>
            </a:pPr>
            <a:r>
              <a:rPr lang="en-US" dirty="0"/>
              <a:t>What innovative methods did you demonstrate that are relevant to HON?</a:t>
            </a:r>
            <a:endParaRPr lang="en-US" dirty="0">
              <a:cs typeface="Arial"/>
            </a:endParaRPr>
          </a:p>
          <a:p>
            <a:pPr marL="342900" indent="-342900">
              <a:buClr>
                <a:srgbClr val="D22630"/>
              </a:buClr>
              <a:buFont typeface="Arial,Sans-Serif" panose="020B0604020202020204" pitchFamily="34" charset="0"/>
              <a:buChar char="•"/>
            </a:pPr>
            <a:r>
              <a:rPr lang="en-US" dirty="0"/>
              <a:t>Explainability – 30%</a:t>
            </a:r>
            <a:endParaRPr lang="en-US" b="0" dirty="0">
              <a:cs typeface="Arial"/>
            </a:endParaRPr>
          </a:p>
          <a:p>
            <a:pPr marL="1062355" lvl="2">
              <a:buClr>
                <a:srgbClr val="000000"/>
              </a:buClr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How clearly is the "why" behind a price surge explained to the end-user?</a:t>
            </a:r>
            <a:endParaRPr lang="en-US" dirty="0"/>
          </a:p>
          <a:p>
            <a:pPr marL="1062355" lvl="2">
              <a:buClr>
                <a:srgbClr val="000000"/>
              </a:buClr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How well did the team articulate their architecture and the agent's decision-making process during the demo?</a:t>
            </a:r>
            <a:endParaRPr lang="en-US" dirty="0"/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/>
              <a:t>Technical implementation – 20%</a:t>
            </a:r>
            <a:endParaRPr lang="en-US" b="0" dirty="0">
              <a:cs typeface="Arial"/>
            </a:endParaRPr>
          </a:p>
          <a:p>
            <a:pPr marL="1062355" lvl="2">
              <a:buClr>
                <a:srgbClr val="000000"/>
              </a:buClr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Was the full, required tech stack (Next.js, </a:t>
            </a:r>
            <a:r>
              <a:rPr lang="en-US" dirty="0" err="1">
                <a:ea typeface="+mn-lt"/>
                <a:cs typeface="+mn-lt"/>
              </a:rPr>
              <a:t>FastAPI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LangChain</a:t>
            </a:r>
            <a:r>
              <a:rPr lang="en-US" dirty="0">
                <a:ea typeface="+mn-lt"/>
                <a:cs typeface="+mn-lt"/>
              </a:rPr>
              <a:t>, n8n/MCP) successfully integrated &amp; function smoothly?</a:t>
            </a:r>
          </a:p>
          <a:p>
            <a:pPr marL="342900" indent="-342900">
              <a:buFont typeface="Arial,Sans-Serif" panose="020B0604020202020204" pitchFamily="34" charset="0"/>
              <a:buChar char="•"/>
            </a:pPr>
            <a:r>
              <a:rPr lang="en-US" dirty="0"/>
              <a:t>Visualization – 10%</a:t>
            </a:r>
            <a:endParaRPr lang="en-US" b="0" dirty="0">
              <a:cs typeface="Arial"/>
            </a:endParaRPr>
          </a:p>
          <a:p>
            <a:pPr marL="1062355" lvl="2">
              <a:buClr>
                <a:srgbClr val="000000"/>
              </a:buClr>
              <a:buFont typeface="Arial,Sans-Serif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Does the user interface make it easy to understand the pricing and the reasoning at-a-glance?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9CE46-3FF6-499C-575B-5D59ED7B19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3E8C5-6A5B-8BD2-C5AC-FE1ED13D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38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0F84-261C-8875-947D-5C35015A9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Hackathon Logistics and other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F69B6-A3BD-D254-3428-B26FCE60C3E9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Time bound – Presentations on 5</a:t>
            </a:r>
            <a:r>
              <a:rPr lang="en-US" baseline="30000" dirty="0"/>
              <a:t>th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Team can add to the dataset to demonstrate </a:t>
            </a:r>
            <a:r>
              <a:rPr lang="en-US" dirty="0" err="1"/>
              <a:t>agenticAI</a:t>
            </a:r>
            <a:r>
              <a:rPr lang="en-US" dirty="0"/>
              <a:t> creativity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Teams will be assigned by Charles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Teams must us Next.js, </a:t>
            </a:r>
            <a:r>
              <a:rPr lang="en-US" dirty="0" err="1">
                <a:cs typeface="Arial"/>
              </a:rPr>
              <a:t>FastAPI</a:t>
            </a:r>
            <a:r>
              <a:rPr lang="en-US" dirty="0">
                <a:cs typeface="Arial"/>
              </a:rPr>
              <a:t>, </a:t>
            </a:r>
            <a:r>
              <a:rPr lang="en-US" dirty="0" err="1">
                <a:cs typeface="Arial"/>
              </a:rPr>
              <a:t>LangChain</a:t>
            </a:r>
            <a:r>
              <a:rPr lang="en-US" dirty="0">
                <a:cs typeface="Arial"/>
              </a:rPr>
              <a:t>, and n8n or MCP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Teams must submit documentation, diagrams &amp; a 10-min video recording of your work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Presentation format</a:t>
            </a:r>
          </a:p>
          <a:p>
            <a:pPr marL="1062355" lvl="2"/>
            <a:r>
              <a:rPr lang="en-US" dirty="0"/>
              <a:t>Total time for presentation – 15 minutes (10 minutes presentation 5 minutes for questions)</a:t>
            </a:r>
            <a:endParaRPr lang="en-US" dirty="0">
              <a:cs typeface="Arial"/>
            </a:endParaRPr>
          </a:p>
          <a:p>
            <a:pPr marL="1062355" lvl="2"/>
            <a:r>
              <a:rPr lang="en-US" dirty="0"/>
              <a:t>Presentation includes demo of UX</a:t>
            </a:r>
            <a:endParaRPr lang="en-US" dirty="0">
              <a:cs typeface="Arial"/>
            </a:endParaRPr>
          </a:p>
          <a:p>
            <a:pPr marL="1062355" lvl="2"/>
            <a:r>
              <a:rPr lang="en-US" dirty="0"/>
              <a:t>Slides need to include:</a:t>
            </a:r>
            <a:endParaRPr lang="en-US" dirty="0">
              <a:cs typeface="Arial"/>
            </a:endParaRPr>
          </a:p>
          <a:p>
            <a:pPr marL="1386840" lvl="3" indent="-341630"/>
            <a:r>
              <a:rPr lang="en-US" dirty="0"/>
              <a:t>AI generated pricing strategy and goodness measure</a:t>
            </a:r>
            <a:endParaRPr lang="en-US" dirty="0">
              <a:cs typeface="Arial"/>
            </a:endParaRPr>
          </a:p>
          <a:p>
            <a:pPr marL="1386840" lvl="3" indent="-341630"/>
            <a:r>
              <a:rPr lang="en-US" dirty="0"/>
              <a:t>Architecture diagram</a:t>
            </a:r>
            <a:endParaRPr lang="en-US" dirty="0">
              <a:cs typeface="Arial"/>
            </a:endParaRPr>
          </a:p>
          <a:p>
            <a:pPr marL="1386840" lvl="3" indent="-341630"/>
            <a:r>
              <a:rPr lang="en-US" dirty="0"/>
              <a:t>Recommendations on how the solution can be applied to HON dynamic pricing</a:t>
            </a:r>
            <a:endParaRPr lang="en-US" dirty="0">
              <a:cs typeface="Arial"/>
            </a:endParaRPr>
          </a:p>
          <a:p>
            <a:pPr marL="1386840" lvl="3" indent="-341630"/>
            <a:endParaRPr lang="en-US" dirty="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68243-FEE2-D882-F343-41A588714A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B30D6-2118-AD59-FCA8-44D13FC98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82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nLk4GKOP9sp5oC.qa7h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i0RIqnIpWd6O6m024ge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83vKPsfg2x2WCeucD36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E5zQajOvoTWXTllZwrs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1ZsHZybwBHB3NFGab2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1ZsHZybwBHB3NFGab2x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8Yhyl67Gw5SmHv0iBO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Honeywell Template 2022">
  <a:themeElements>
    <a:clrScheme name="Custom 19">
      <a:dk1>
        <a:sysClr val="windowText" lastClr="000000"/>
      </a:dk1>
      <a:lt1>
        <a:sysClr val="window" lastClr="FFFFFF"/>
      </a:lt1>
      <a:dk2>
        <a:srgbClr val="404040"/>
      </a:dk2>
      <a:lt2>
        <a:srgbClr val="E0E0E0"/>
      </a:lt2>
      <a:accent1>
        <a:srgbClr val="D22630"/>
      </a:accent1>
      <a:accent2>
        <a:srgbClr val="404040"/>
      </a:accent2>
      <a:accent3>
        <a:srgbClr val="707070"/>
      </a:accent3>
      <a:accent4>
        <a:srgbClr val="A0A0A0"/>
      </a:accent4>
      <a:accent5>
        <a:srgbClr val="C0C0C0"/>
      </a:accent5>
      <a:accent6>
        <a:srgbClr val="E0E0E0"/>
      </a:accent6>
      <a:hlink>
        <a:srgbClr val="000000"/>
      </a:hlink>
      <a:folHlink>
        <a:srgbClr val="000000"/>
      </a:folHlink>
    </a:clrScheme>
    <a:fontScheme name="Honeywel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on-brand-honeywell-powerpoint-template-16x9" id="{0D62A3DC-D462-436D-A13A-2B4A117D0FC8}" vid="{99A24ACF-B8E2-40E1-9729-4804DF1E0799}"/>
    </a:ext>
  </a:extLst>
</a:theme>
</file>

<file path=ppt/theme/theme2.xml><?xml version="1.0" encoding="utf-8"?>
<a:theme xmlns:a="http://schemas.openxmlformats.org/drawingml/2006/main" name="Office Theme">
  <a:themeElements>
    <a:clrScheme name="Honeywell">
      <a:dk1>
        <a:sysClr val="windowText" lastClr="000000"/>
      </a:dk1>
      <a:lt1>
        <a:sysClr val="window" lastClr="FFFFFF"/>
      </a:lt1>
      <a:dk2>
        <a:srgbClr val="404040"/>
      </a:dk2>
      <a:lt2>
        <a:srgbClr val="E0E0E0"/>
      </a:lt2>
      <a:accent1>
        <a:srgbClr val="DC202E"/>
      </a:accent1>
      <a:accent2>
        <a:srgbClr val="404040"/>
      </a:accent2>
      <a:accent3>
        <a:srgbClr val="707070"/>
      </a:accent3>
      <a:accent4>
        <a:srgbClr val="A0A0A0"/>
      </a:accent4>
      <a:accent5>
        <a:srgbClr val="C0C0C0"/>
      </a:accent5>
      <a:accent6>
        <a:srgbClr val="E0E0E0"/>
      </a:accent6>
      <a:hlink>
        <a:srgbClr val="000000"/>
      </a:hlink>
      <a:folHlink>
        <a:srgbClr val="000000"/>
      </a:folHlink>
    </a:clrScheme>
    <a:fontScheme name="Honeywel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Honeywell">
      <a:dk1>
        <a:sysClr val="windowText" lastClr="000000"/>
      </a:dk1>
      <a:lt1>
        <a:sysClr val="window" lastClr="FFFFFF"/>
      </a:lt1>
      <a:dk2>
        <a:srgbClr val="404040"/>
      </a:dk2>
      <a:lt2>
        <a:srgbClr val="E0E0E0"/>
      </a:lt2>
      <a:accent1>
        <a:srgbClr val="DC202E"/>
      </a:accent1>
      <a:accent2>
        <a:srgbClr val="404040"/>
      </a:accent2>
      <a:accent3>
        <a:srgbClr val="707070"/>
      </a:accent3>
      <a:accent4>
        <a:srgbClr val="A0A0A0"/>
      </a:accent4>
      <a:accent5>
        <a:srgbClr val="C0C0C0"/>
      </a:accent5>
      <a:accent6>
        <a:srgbClr val="E0E0E0"/>
      </a:accent6>
      <a:hlink>
        <a:srgbClr val="000000"/>
      </a:hlink>
      <a:folHlink>
        <a:srgbClr val="000000"/>
      </a:folHlink>
    </a:clrScheme>
    <a:fontScheme name="Honeywel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8023E56D44FA409569EB4EAE875DED" ma:contentTypeVersion="2" ma:contentTypeDescription="Create a new document." ma:contentTypeScope="" ma:versionID="73390379903d81dd061d52ea4dc412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5e47e03cd018cdbeb37efc1235ea06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8308AD-929C-4AF1-934C-AD13F105D728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3A96D48-C214-4F88-BF4C-52E319A5EF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8DA7C4-0EEA-4E9A-8590-FA7FD59AC036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Privilege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Honeywell Template 2022</Template>
  <TotalTime>0</TotalTime>
  <Words>692</Words>
  <Application>Microsoft Office PowerPoint</Application>
  <PresentationFormat>Widescreen</PresentationFormat>
  <Paragraphs>115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Arial,Sans-Serif</vt:lpstr>
      <vt:lpstr>Courier New</vt:lpstr>
      <vt:lpstr>Wingdings</vt:lpstr>
      <vt:lpstr>Honeywell Template 2022</vt:lpstr>
      <vt:lpstr>think-cell Slide</vt:lpstr>
      <vt:lpstr>Honeywell  Dynamic Pricing Hackathon</vt:lpstr>
      <vt:lpstr>Agenda</vt:lpstr>
      <vt:lpstr>Introduction to HON catalog Pricing challenge</vt:lpstr>
      <vt:lpstr>Problem Statement</vt:lpstr>
      <vt:lpstr>Data</vt:lpstr>
      <vt:lpstr>Judging Criteria</vt:lpstr>
      <vt:lpstr>Hackathon Logistics and other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Mckay, Shawn</dc:creator>
  <cp:lastModifiedBy>Charles Jester</cp:lastModifiedBy>
  <cp:revision>2</cp:revision>
  <dcterms:created xsi:type="dcterms:W3CDTF">2025-11-13T22:08:01Z</dcterms:created>
  <dcterms:modified xsi:type="dcterms:W3CDTF">2025-11-20T14:21:24Z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0x010100268023E56D44FA409569EB4EAE875DED</vt:lpwstr>
  </property>
  <property fmtid="{D5CDD505-2E9C-101B-9397-08002B2CF9AE}" pid="3" name="MSIP_Label_d546e5e1-5d42-4630-bacd-c69bfdcbd5e8_Enabled">
    <vt:lpwstr>true</vt:lpwstr>
  </property>
  <property fmtid="{D5CDD505-2E9C-101B-9397-08002B2CF9AE}" pid="4" name="MSIP_Label_d546e5e1-5d42-4630-bacd-c69bfdcbd5e8_SetDate">
    <vt:lpwstr>2022-05-09T11:57:23Z</vt:lpwstr>
  </property>
  <property fmtid="{D5CDD505-2E9C-101B-9397-08002B2CF9AE}" pid="5" name="MSIP_Label_d546e5e1-5d42-4630-bacd-c69bfdcbd5e8_Method">
    <vt:lpwstr>Standard</vt:lpwstr>
  </property>
  <property fmtid="{D5CDD505-2E9C-101B-9397-08002B2CF9AE}" pid="6" name="MSIP_Label_d546e5e1-5d42-4630-bacd-c69bfdcbd5e8_Name">
    <vt:lpwstr>d546e5e1-5d42-4630-bacd-c69bfdcbd5e8</vt:lpwstr>
  </property>
  <property fmtid="{D5CDD505-2E9C-101B-9397-08002B2CF9AE}" pid="7" name="MSIP_Label_d546e5e1-5d42-4630-bacd-c69bfdcbd5e8_SiteId">
    <vt:lpwstr>96ece526-9c7d-48b0-8daf-8b93c90a5d18</vt:lpwstr>
  </property>
  <property fmtid="{D5CDD505-2E9C-101B-9397-08002B2CF9AE}" pid="8" name="MSIP_Label_d546e5e1-5d42-4630-bacd-c69bfdcbd5e8_ActionId">
    <vt:lpwstr>9ff641a5-90b1-445c-a805-e37cd35eb456</vt:lpwstr>
  </property>
  <property fmtid="{D5CDD505-2E9C-101B-9397-08002B2CF9AE}" pid="9" name="MSIP_Label_d546e5e1-5d42-4630-bacd-c69bfdcbd5e8_ContentBits">
    <vt:lpwstr>0</vt:lpwstr>
  </property>
  <property fmtid="{D5CDD505-2E9C-101B-9397-08002B2CF9AE}" pid="10" name="SmartTag">
    <vt:lpwstr>4</vt:lpwstr>
  </property>
  <property fmtid="{D5CDD505-2E9C-101B-9397-08002B2CF9AE}" pid="11" name="_ExtendedDescription">
    <vt:lpwstr/>
  </property>
</Properties>
</file>